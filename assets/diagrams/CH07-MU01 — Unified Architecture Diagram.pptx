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247"/>
  </p:normalViewPr>
  <p:slideViewPr>
    <p:cSldViewPr snapToGrid="0">
      <p:cViewPr varScale="1">
        <p:scale>
          <a:sx n="106" d="100"/>
          <a:sy n="106" d="100"/>
        </p:scale>
        <p:origin x="115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533156" y="937560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468119" y="1699525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1FBE22-4FCF-3D8E-96CB-08FE336916F4}"/>
              </a:ext>
            </a:extLst>
          </p:cNvPr>
          <p:cNvCxnSpPr>
            <a:cxnSpLocks/>
          </p:cNvCxnSpPr>
          <p:nvPr/>
        </p:nvCxnSpPr>
        <p:spPr>
          <a:xfrm>
            <a:off x="6392739" y="5196369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5533156" y="2211999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5535080" y="3528055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533156" y="4833529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5533131" y="6130626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F5BDB8-FED9-3E1B-3DD3-6677EFE05591}"/>
              </a:ext>
            </a:extLst>
          </p:cNvPr>
          <p:cNvCxnSpPr>
            <a:cxnSpLocks/>
          </p:cNvCxnSpPr>
          <p:nvPr/>
        </p:nvCxnSpPr>
        <p:spPr>
          <a:xfrm flipH="1">
            <a:off x="6463599" y="5588543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468145" y="4297147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468145" y="2972725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16ABA8-3AB5-9E87-81E7-3E3E9AC4238A}"/>
              </a:ext>
            </a:extLst>
          </p:cNvPr>
          <p:cNvSpPr txBox="1"/>
          <p:nvPr/>
        </p:nvSpPr>
        <p:spPr>
          <a:xfrm>
            <a:off x="5160986" y="319298"/>
            <a:ext cx="270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70F3C-D6FE-F4B0-4128-B4DDAC4C7E6C}"/>
              </a:ext>
            </a:extLst>
          </p:cNvPr>
          <p:cNvSpPr txBox="1"/>
          <p:nvPr/>
        </p:nvSpPr>
        <p:spPr>
          <a:xfrm>
            <a:off x="1552352" y="326491"/>
            <a:ext cx="270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C8312-C67C-D560-E147-AFD9CC779F02}"/>
              </a:ext>
            </a:extLst>
          </p:cNvPr>
          <p:cNvSpPr txBox="1"/>
          <p:nvPr/>
        </p:nvSpPr>
        <p:spPr>
          <a:xfrm>
            <a:off x="8855614" y="312843"/>
            <a:ext cx="270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Knowledge Library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6FF272-B85D-6CE8-4E12-16207BCC22C0}"/>
              </a:ext>
            </a:extLst>
          </p:cNvPr>
          <p:cNvSpPr/>
          <p:nvPr/>
        </p:nvSpPr>
        <p:spPr>
          <a:xfrm>
            <a:off x="2126517" y="921613"/>
            <a:ext cx="1569008" cy="326645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(Shortcuts)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6C2AEE-B20E-8DB6-3525-A5FBF9CBF6A1}"/>
              </a:ext>
            </a:extLst>
          </p:cNvPr>
          <p:cNvCxnSpPr>
            <a:cxnSpLocks/>
          </p:cNvCxnSpPr>
          <p:nvPr/>
        </p:nvCxnSpPr>
        <p:spPr>
          <a:xfrm>
            <a:off x="3883521" y="1312234"/>
            <a:ext cx="1280160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C4FABE-CC2F-80F4-7144-100C17CABA40}"/>
              </a:ext>
            </a:extLst>
          </p:cNvPr>
          <p:cNvCxnSpPr>
            <a:cxnSpLocks/>
          </p:cNvCxnSpPr>
          <p:nvPr/>
        </p:nvCxnSpPr>
        <p:spPr>
          <a:xfrm>
            <a:off x="3907058" y="2534612"/>
            <a:ext cx="1280160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F76263-9BB8-2082-7457-06430DDC1511}"/>
              </a:ext>
            </a:extLst>
          </p:cNvPr>
          <p:cNvCxnSpPr>
            <a:cxnSpLocks/>
          </p:cNvCxnSpPr>
          <p:nvPr/>
        </p:nvCxnSpPr>
        <p:spPr>
          <a:xfrm>
            <a:off x="3883521" y="3856285"/>
            <a:ext cx="1280160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9AC257-F439-E20E-ECE0-9BD9D97D1EB6}"/>
              </a:ext>
            </a:extLst>
          </p:cNvPr>
          <p:cNvSpPr/>
          <p:nvPr/>
        </p:nvSpPr>
        <p:spPr>
          <a:xfrm>
            <a:off x="9436557" y="2209459"/>
            <a:ext cx="1569008" cy="4597131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 Library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4F5004-1D44-ADEB-0557-35E36A287F3C}"/>
              </a:ext>
            </a:extLst>
          </p:cNvPr>
          <p:cNvCxnSpPr>
            <a:cxnSpLocks/>
          </p:cNvCxnSpPr>
          <p:nvPr/>
        </p:nvCxnSpPr>
        <p:spPr>
          <a:xfrm>
            <a:off x="7651302" y="2549983"/>
            <a:ext cx="1463040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153500-157B-6B24-0432-7A5F113C4FC0}"/>
              </a:ext>
            </a:extLst>
          </p:cNvPr>
          <p:cNvCxnSpPr>
            <a:cxnSpLocks/>
          </p:cNvCxnSpPr>
          <p:nvPr/>
        </p:nvCxnSpPr>
        <p:spPr>
          <a:xfrm>
            <a:off x="7651302" y="3884279"/>
            <a:ext cx="1463040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C19EEE-1E7B-8E7F-589F-9EE29BB5F928}"/>
              </a:ext>
            </a:extLst>
          </p:cNvPr>
          <p:cNvCxnSpPr>
            <a:cxnSpLocks/>
          </p:cNvCxnSpPr>
          <p:nvPr/>
        </p:nvCxnSpPr>
        <p:spPr>
          <a:xfrm>
            <a:off x="7742903" y="6394390"/>
            <a:ext cx="1463040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16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3</cp:revision>
  <dcterms:created xsi:type="dcterms:W3CDTF">2026-03-11T21:48:22Z</dcterms:created>
  <dcterms:modified xsi:type="dcterms:W3CDTF">2026-03-11T22:00:45Z</dcterms:modified>
</cp:coreProperties>
</file>