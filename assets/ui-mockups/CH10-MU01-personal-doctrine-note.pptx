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33791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74" y="795756"/>
            <a:ext cx="4520" cy="347244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6020594" y="4292600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A13A3C4-6301-FA34-3C65-A38624C5133F}"/>
              </a:ext>
            </a:extLst>
          </p:cNvPr>
          <p:cNvSpPr/>
          <p:nvPr/>
        </p:nvSpPr>
        <p:spPr>
          <a:xfrm>
            <a:off x="1463540" y="181393"/>
            <a:ext cx="1569008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9D111F1-CB52-6129-66D3-8055FCAB2329}"/>
              </a:ext>
            </a:extLst>
          </p:cNvPr>
          <p:cNvSpPr/>
          <p:nvPr/>
        </p:nvSpPr>
        <p:spPr>
          <a:xfrm>
            <a:off x="1463539" y="795751"/>
            <a:ext cx="1569009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272BDAA-0C84-46B5-9DFA-0D6EE566D441}"/>
              </a:ext>
            </a:extLst>
          </p:cNvPr>
          <p:cNvSpPr/>
          <p:nvPr/>
        </p:nvSpPr>
        <p:spPr>
          <a:xfrm>
            <a:off x="1463539" y="1444323"/>
            <a:ext cx="1569019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D723307-3EBE-73C8-4B4F-2027C9D06D23}"/>
              </a:ext>
            </a:extLst>
          </p:cNvPr>
          <p:cNvSpPr/>
          <p:nvPr/>
        </p:nvSpPr>
        <p:spPr>
          <a:xfrm>
            <a:off x="1463539" y="2098519"/>
            <a:ext cx="1569031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Commitments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1BEFD78-89D0-E412-18E1-FECF12E529C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43160" y="580951"/>
            <a:ext cx="694193" cy="292266"/>
          </a:xfrm>
          <a:prstGeom prst="bentConnector3">
            <a:avLst>
              <a:gd name="adj1" fmla="val 3314"/>
            </a:avLst>
          </a:prstGeom>
          <a:ln>
            <a:solidFill>
              <a:srgbClr val="333333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8BACED9-8268-DF40-EB1A-A3C3BC0B2C9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80940" y="1179086"/>
            <a:ext cx="807057" cy="303841"/>
          </a:xfrm>
          <a:prstGeom prst="bentConnector3">
            <a:avLst>
              <a:gd name="adj1" fmla="val 1238"/>
            </a:avLst>
          </a:prstGeom>
          <a:ln>
            <a:solidFill>
              <a:srgbClr val="333333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8D98FD0-C54F-25CF-58F5-F0D4EBA9A6D4}"/>
              </a:ext>
            </a:extLst>
          </p:cNvPr>
          <p:cNvCxnSpPr>
            <a:cxnSpLocks/>
          </p:cNvCxnSpPr>
          <p:nvPr/>
        </p:nvCxnSpPr>
        <p:spPr>
          <a:xfrm flipV="1">
            <a:off x="3044145" y="1662320"/>
            <a:ext cx="292244" cy="688752"/>
          </a:xfrm>
          <a:prstGeom prst="bentConnector2">
            <a:avLst/>
          </a:prstGeom>
          <a:ln>
            <a:solidFill>
              <a:srgbClr val="333333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114CB0-3977-2EC9-48F5-59E4C63FC1EE}"/>
              </a:ext>
            </a:extLst>
          </p:cNvPr>
          <p:cNvCxnSpPr>
            <a:cxnSpLocks/>
          </p:cNvCxnSpPr>
          <p:nvPr/>
        </p:nvCxnSpPr>
        <p:spPr>
          <a:xfrm flipV="1">
            <a:off x="3044123" y="371248"/>
            <a:ext cx="2037167" cy="8739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10769148-17AF-3D86-33CB-70511C95A094}"/>
              </a:ext>
            </a:extLst>
          </p:cNvPr>
          <p:cNvSpPr/>
          <p:nvPr/>
        </p:nvSpPr>
        <p:spPr>
          <a:xfrm>
            <a:off x="8375552" y="3869693"/>
            <a:ext cx="1869967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Work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D331310-A334-5C47-CA4B-E327C17E9402}"/>
              </a:ext>
            </a:extLst>
          </p:cNvPr>
          <p:cNvSpPr/>
          <p:nvPr/>
        </p:nvSpPr>
        <p:spPr>
          <a:xfrm>
            <a:off x="8375553" y="5109479"/>
            <a:ext cx="1869966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CF470B4-BA94-4B78-2707-23E6B0AD2118}"/>
              </a:ext>
            </a:extLst>
          </p:cNvPr>
          <p:cNvSpPr/>
          <p:nvPr/>
        </p:nvSpPr>
        <p:spPr>
          <a:xfrm>
            <a:off x="8375562" y="4318009"/>
            <a:ext cx="1869957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Projects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045A2673-514A-D98C-5F75-055480535454}"/>
              </a:ext>
            </a:extLst>
          </p:cNvPr>
          <p:cNvSpPr/>
          <p:nvPr/>
        </p:nvSpPr>
        <p:spPr>
          <a:xfrm>
            <a:off x="8375566" y="5540909"/>
            <a:ext cx="1869953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4D30CE-0830-FE21-CFB2-D32A20C68939}"/>
              </a:ext>
            </a:extLst>
          </p:cNvPr>
          <p:cNvCxnSpPr>
            <a:cxnSpLocks/>
          </p:cNvCxnSpPr>
          <p:nvPr/>
        </p:nvCxnSpPr>
        <p:spPr>
          <a:xfrm>
            <a:off x="7125486" y="4098888"/>
            <a:ext cx="1157468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161011" y="1308230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5162935" y="2624286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161011" y="3951026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160986" y="517369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6091454" y="4748572"/>
            <a:ext cx="4520" cy="347244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3499708"/>
            <a:ext cx="4520" cy="347244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2068956"/>
            <a:ext cx="4520" cy="347244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CDCD54C-7A5F-840A-1DD0-02F39A6EB3D8}"/>
              </a:ext>
            </a:extLst>
          </p:cNvPr>
          <p:cNvCxnSpPr>
            <a:cxnSpLocks/>
          </p:cNvCxnSpPr>
          <p:nvPr/>
        </p:nvCxnSpPr>
        <p:spPr>
          <a:xfrm>
            <a:off x="7125486" y="4489450"/>
            <a:ext cx="1157468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C6FAE55-28D6-2ABF-5D8A-19AD2515D43F}"/>
              </a:ext>
            </a:extLst>
          </p:cNvPr>
          <p:cNvCxnSpPr>
            <a:cxnSpLocks/>
          </p:cNvCxnSpPr>
          <p:nvPr/>
        </p:nvCxnSpPr>
        <p:spPr>
          <a:xfrm>
            <a:off x="7125486" y="5329662"/>
            <a:ext cx="1157468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5749E35-0B2C-073B-3CA3-9D9278B16DF1}"/>
              </a:ext>
            </a:extLst>
          </p:cNvPr>
          <p:cNvCxnSpPr>
            <a:cxnSpLocks/>
          </p:cNvCxnSpPr>
          <p:nvPr/>
        </p:nvCxnSpPr>
        <p:spPr>
          <a:xfrm>
            <a:off x="7125486" y="5713557"/>
            <a:ext cx="1157468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1</cp:revision>
  <dcterms:created xsi:type="dcterms:W3CDTF">2026-03-12T20:46:32Z</dcterms:created>
  <dcterms:modified xsi:type="dcterms:W3CDTF">2026-03-12T20:53:31Z</dcterms:modified>
</cp:coreProperties>
</file>