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3352183" y="490994"/>
            <a:ext cx="5510850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Inbox Review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6095974" y="1295491"/>
            <a:ext cx="4520" cy="73152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3352183" y="2158849"/>
            <a:ext cx="5510850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 Review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3345069" y="3828002"/>
            <a:ext cx="5501810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Calendar Review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3356703" y="5479717"/>
            <a:ext cx="5501810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Reset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6096000" y="4655082"/>
            <a:ext cx="4520" cy="73152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6096000" y="2962107"/>
            <a:ext cx="4520" cy="73152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1</cp:revision>
  <dcterms:created xsi:type="dcterms:W3CDTF">2026-03-11T21:36:54Z</dcterms:created>
  <dcterms:modified xsi:type="dcterms:W3CDTF">2026-03-11T21:48:12Z</dcterms:modified>
</cp:coreProperties>
</file>