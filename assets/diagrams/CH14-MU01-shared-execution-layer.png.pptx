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224"/>
      </p:cViewPr>
      <p:guideLst>
        <p:guide orient="horz" pos="24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8A51E-4F10-5C41-BC0E-E7055FFD795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9D310-5F93-0843-82A5-9D6E460CB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9D310-5F93-0843-82A5-9D6E460CBB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1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3368929" y="271773"/>
            <a:ext cx="5489842" cy="146729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Decisions and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75504" y="1833474"/>
            <a:ext cx="4520" cy="73152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3368930" y="2653492"/>
            <a:ext cx="5485320" cy="135568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Task Execution 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3368929" y="4929607"/>
            <a:ext cx="5471760" cy="1522414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 Work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D0B308-E6CA-F06D-FAD5-4C0F0C7D924E}"/>
              </a:ext>
            </a:extLst>
          </p:cNvPr>
          <p:cNvCxnSpPr>
            <a:cxnSpLocks/>
          </p:cNvCxnSpPr>
          <p:nvPr/>
        </p:nvCxnSpPr>
        <p:spPr>
          <a:xfrm flipH="1">
            <a:off x="6096000" y="4106921"/>
            <a:ext cx="4520" cy="73152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10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3</cp:revision>
  <dcterms:created xsi:type="dcterms:W3CDTF">2026-03-12T17:56:25Z</dcterms:created>
  <dcterms:modified xsi:type="dcterms:W3CDTF">2026-03-12T18:10:28Z</dcterms:modified>
</cp:coreProperties>
</file>