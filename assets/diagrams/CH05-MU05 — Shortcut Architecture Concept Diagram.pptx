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29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5161011" y="746188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095974" y="1508153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1FBE22-4FCF-3D8E-96CB-08FE336916F4}"/>
              </a:ext>
            </a:extLst>
          </p:cNvPr>
          <p:cNvCxnSpPr>
            <a:cxnSpLocks/>
          </p:cNvCxnSpPr>
          <p:nvPr/>
        </p:nvCxnSpPr>
        <p:spPr>
          <a:xfrm>
            <a:off x="6020594" y="5004997"/>
            <a:ext cx="0" cy="19685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A13A3C4-6301-FA34-3C65-A38624C5133F}"/>
              </a:ext>
            </a:extLst>
          </p:cNvPr>
          <p:cNvSpPr/>
          <p:nvPr/>
        </p:nvSpPr>
        <p:spPr>
          <a:xfrm>
            <a:off x="1527338" y="746188"/>
            <a:ext cx="1569008" cy="3266456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Automation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(Shortcuts)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2114CB0-3977-2EC9-48F5-59E4C63FC1EE}"/>
              </a:ext>
            </a:extLst>
          </p:cNvPr>
          <p:cNvCxnSpPr>
            <a:cxnSpLocks/>
          </p:cNvCxnSpPr>
          <p:nvPr/>
        </p:nvCxnSpPr>
        <p:spPr>
          <a:xfrm>
            <a:off x="3200400" y="1136809"/>
            <a:ext cx="1722474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5161011" y="2020627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5162935" y="3336683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161011" y="4663423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5160986" y="5886089"/>
            <a:ext cx="1869977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F5BDB8-FED9-3E1B-3DD3-6677EFE05591}"/>
              </a:ext>
            </a:extLst>
          </p:cNvPr>
          <p:cNvCxnSpPr>
            <a:cxnSpLocks/>
          </p:cNvCxnSpPr>
          <p:nvPr/>
        </p:nvCxnSpPr>
        <p:spPr>
          <a:xfrm flipH="1">
            <a:off x="6091454" y="5407804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6096000" y="4137674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6096000" y="2781353"/>
            <a:ext cx="4520" cy="4572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7F082D-2F67-75BC-EF69-089FA4AD0023}"/>
              </a:ext>
            </a:extLst>
          </p:cNvPr>
          <p:cNvCxnSpPr>
            <a:cxnSpLocks/>
          </p:cNvCxnSpPr>
          <p:nvPr/>
        </p:nvCxnSpPr>
        <p:spPr>
          <a:xfrm>
            <a:off x="3223937" y="2359187"/>
            <a:ext cx="1722474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4A6295-105B-5427-FBEB-AC572CEA636D}"/>
              </a:ext>
            </a:extLst>
          </p:cNvPr>
          <p:cNvCxnSpPr>
            <a:cxnSpLocks/>
          </p:cNvCxnSpPr>
          <p:nvPr/>
        </p:nvCxnSpPr>
        <p:spPr>
          <a:xfrm>
            <a:off x="3200400" y="3680860"/>
            <a:ext cx="1722474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2</cp:revision>
  <dcterms:created xsi:type="dcterms:W3CDTF">2026-03-11T21:25:00Z</dcterms:created>
  <dcterms:modified xsi:type="dcterms:W3CDTF">2026-03-11T21:36:32Z</dcterms:modified>
</cp:coreProperties>
</file>