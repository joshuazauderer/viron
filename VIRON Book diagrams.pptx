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17"/>
    <p:restoredTop sz="94201"/>
  </p:normalViewPr>
  <p:slideViewPr>
    <p:cSldViewPr snapToGrid="0">
      <p:cViewPr>
        <p:scale>
          <a:sx n="200" d="100"/>
          <a:sy n="200" d="100"/>
        </p:scale>
        <p:origin x="-752" y="4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D06B0-890C-45B0-9427-88163B680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06ECD-931B-5F44-A46E-F1BE180C4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86355-4859-0EC6-FFE2-C9E9D2D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F30AC-32AF-2339-FBAA-DACF5AB0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0F3C4-F4A2-A1F8-E728-38F91956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0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A4CDD-EE90-9B9A-2D73-E6CDCC51C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4C3CE-BB14-B113-7311-C10AA8FC2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41716-5180-2D9B-4321-DE86B4973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75F46-562E-F4B5-D94F-AEAA72509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03110-D47E-E4C0-1F3A-D7FA1E28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77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849E-5935-C2C9-1ABC-55DD9DD3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93A13-B7E7-1AF0-2D37-8FB90535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C9D1C-E1F3-6581-C1F2-17A5DE20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99C4D-6F9E-7C44-1727-8996F868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109A8-BCBA-1588-A9FD-D3B7EF776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73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861D7-493D-4B6E-2F26-F184502B9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35F3A-BD17-609F-691D-9D9E897B18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4C7DE-3440-61D7-4460-A0AB72C19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47BDC-D00D-F934-7246-58B8A79D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6DBDF-9774-AC58-C664-87D55798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A6C27-D279-583C-3752-F4DC7F7B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16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8CC6-2360-E49D-7DB5-1F2D1F16E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18377-A47C-DCB5-CB75-16655AD8F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405B2-DB47-8A4F-F99D-F5E379359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7B663-AEBA-A919-8C52-FD84F3828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9095B5-FB68-38F1-7ACB-59C068D37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E31504-7102-7E22-A325-EE51BFBB3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1AF1FE-864A-434D-C070-15931EF2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32496-A138-88FF-0AC5-6F4CE4F2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2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EFBCC-D214-DB0F-D029-0A80A5F3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F3FB2-6F3A-994A-F588-03417D24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C655D1-ED6E-DFD7-E3B0-A3F2F3AA5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FDC435-35EC-F84D-C430-874D0EE2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86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B0A9A4-1FA3-0E1C-6D4C-BEEDBDA1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60B5E9-1CCE-8293-0732-5876DC81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18749-1E95-5B81-D319-EDBB8B3A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2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B14B-9028-B8F0-090F-3D5F465E1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64674-FBB2-299F-C579-3FA23E20F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47DC2-31D0-658F-DCC4-B155FCD6D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0F42C-CEF0-CCBC-8197-997E3FF1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02AB7-9111-FD06-B1C0-007B47E1E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DA24F-EDD2-9B0E-6572-6D54A7C87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7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4DA7A-300E-0851-1333-A86832F53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9B7F1F-430E-68E6-981E-FD732D2BA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1BD64-FA89-BB73-7A86-C2CD54A25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0AD23-F9CF-3393-8139-02475B3C7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BD302-59FA-D070-BA17-66232A8E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05766-4812-17F2-ED84-3B40E54B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10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671B6-1944-449C-2BE7-8046E248B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1414B-1A5E-9D4E-64D0-EB6127511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C198E-B28C-7AE6-23F7-7DEDA22B9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8B91B-5C96-7BEF-27C4-43C2FEE5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245B9-F3B3-E464-7DB1-24FC38C2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6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AF6BF3-99B3-E4F6-937D-DC5BD561D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19A8D-2D01-1B91-8037-67BBB99E7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A4C0C-772E-B786-378F-48F0554A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B74FB-82AD-D404-C388-07A14C07C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4EED3-67FC-C965-D65E-B83BC1AF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1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25979-2741-056B-5654-ABFC5F9D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31FF9-1242-AE3D-7466-1009E3ABC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79D64-53E8-7218-FC97-3D28DFAA5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4BB47-4CE4-DF41-BA08-388A5C4DB960}" type="datetimeFigureOut">
              <a:rPr lang="en-US" smtClean="0"/>
              <a:t>3/9/26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4D4CD-67CD-4DE2-008C-E058A738B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88CBD-2B18-1097-BACB-0415BDA10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1F61716B-FE79-E1DB-5392-BAB9DB4AC601}"/>
              </a:ext>
            </a:extLst>
          </p:cNvPr>
          <p:cNvSpPr/>
          <p:nvPr/>
        </p:nvSpPr>
        <p:spPr>
          <a:xfrm>
            <a:off x="5161011" y="344795"/>
            <a:ext cx="1869977" cy="747405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Capture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913933E0-861F-186A-F73F-C9399F9132F0}"/>
              </a:ext>
            </a:extLst>
          </p:cNvPr>
          <p:cNvSpPr/>
          <p:nvPr/>
        </p:nvSpPr>
        <p:spPr>
          <a:xfrm>
            <a:off x="5161011" y="3512496"/>
            <a:ext cx="1869977" cy="747405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Execution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A7D7B7A-8BAB-9836-F4FF-C44BCC1B91C1}"/>
              </a:ext>
            </a:extLst>
          </p:cNvPr>
          <p:cNvSpPr/>
          <p:nvPr/>
        </p:nvSpPr>
        <p:spPr>
          <a:xfrm>
            <a:off x="5161011" y="2431102"/>
            <a:ext cx="1869977" cy="747405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Organization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6465E30E-010A-8934-1D89-739774E8ACC3}"/>
              </a:ext>
            </a:extLst>
          </p:cNvPr>
          <p:cNvSpPr/>
          <p:nvPr/>
        </p:nvSpPr>
        <p:spPr>
          <a:xfrm>
            <a:off x="5161011" y="1397000"/>
            <a:ext cx="1869977" cy="747405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Processing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B9810CD9-CA6B-804B-8F9E-0F2C482388D7}"/>
              </a:ext>
            </a:extLst>
          </p:cNvPr>
          <p:cNvSpPr/>
          <p:nvPr/>
        </p:nvSpPr>
        <p:spPr>
          <a:xfrm>
            <a:off x="5161011" y="4548492"/>
            <a:ext cx="1869977" cy="747405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Review</a:t>
            </a: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903F6B4-36D7-BB72-6A85-9D95FCF646F4}"/>
              </a:ext>
            </a:extLst>
          </p:cNvPr>
          <p:cNvCxnSpPr>
            <a:cxnSpLocks/>
          </p:cNvCxnSpPr>
          <p:nvPr/>
        </p:nvCxnSpPr>
        <p:spPr>
          <a:xfrm>
            <a:off x="6095999" y="1143000"/>
            <a:ext cx="0" cy="196850"/>
          </a:xfrm>
          <a:prstGeom prst="straightConnector1">
            <a:avLst/>
          </a:prstGeom>
          <a:ln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317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83DCD-D4AD-F53E-714C-06CE26F0B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07E13-0179-20F1-64BB-50976EF579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1793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5</Words>
  <Application>Microsoft Macintosh PowerPoint</Application>
  <PresentationFormat>Widescreen</PresentationFormat>
  <Paragraphs>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Zauderer</dc:creator>
  <cp:lastModifiedBy>Joshua Zauderer</cp:lastModifiedBy>
  <cp:revision>2</cp:revision>
  <dcterms:created xsi:type="dcterms:W3CDTF">2026-03-10T04:39:07Z</dcterms:created>
  <dcterms:modified xsi:type="dcterms:W3CDTF">2026-03-10T05:07:16Z</dcterms:modified>
</cp:coreProperties>
</file>