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71D0E1-03EE-2969-B2A2-6B0836301093}"/>
              </a:ext>
            </a:extLst>
          </p:cNvPr>
          <p:cNvSpPr/>
          <p:nvPr/>
        </p:nvSpPr>
        <p:spPr>
          <a:xfrm>
            <a:off x="2777208" y="350874"/>
            <a:ext cx="6637584" cy="6124354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Shared Team Library</a:t>
            </a:r>
          </a:p>
          <a:p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</a:t>
            </a: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</a:t>
            </a:r>
          </a:p>
          <a:p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Playbooks</a:t>
            </a:r>
          </a:p>
          <a:p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Decisions</a:t>
            </a:r>
          </a:p>
          <a:p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Templates</a:t>
            </a:r>
          </a:p>
          <a:p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Standards</a:t>
            </a:r>
          </a:p>
          <a:p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Archive</a:t>
            </a:r>
          </a:p>
          <a:p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17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1</cp:revision>
  <dcterms:created xsi:type="dcterms:W3CDTF">2026-03-12T18:10:39Z</dcterms:created>
  <dcterms:modified xsi:type="dcterms:W3CDTF">2026-03-12T18:19:01Z</dcterms:modified>
</cp:coreProperties>
</file>