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4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4295557" y="257074"/>
            <a:ext cx="3593802" cy="72760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Mastery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V="1">
            <a:off x="6096000" y="1074577"/>
            <a:ext cx="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4716362" y="1638106"/>
            <a:ext cx="2755394" cy="727607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Integrated System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4714414" y="3000287"/>
            <a:ext cx="2746353" cy="727607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Structured Workflow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4729897" y="4344099"/>
            <a:ext cx="2755394" cy="704389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Basic Capture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4714414" y="5706280"/>
            <a:ext cx="2770877" cy="748131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 Hoc Work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AFA03B-EAF1-8C90-BF80-614E113705FB}"/>
              </a:ext>
            </a:extLst>
          </p:cNvPr>
          <p:cNvCxnSpPr>
            <a:cxnSpLocks/>
          </p:cNvCxnSpPr>
          <p:nvPr/>
        </p:nvCxnSpPr>
        <p:spPr>
          <a:xfrm flipV="1">
            <a:off x="6101147" y="2417823"/>
            <a:ext cx="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44DB5D-CAF7-57D1-C9FC-97095799D144}"/>
              </a:ext>
            </a:extLst>
          </p:cNvPr>
          <p:cNvCxnSpPr>
            <a:cxnSpLocks/>
          </p:cNvCxnSpPr>
          <p:nvPr/>
        </p:nvCxnSpPr>
        <p:spPr>
          <a:xfrm flipV="1">
            <a:off x="6094059" y="3773476"/>
            <a:ext cx="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8E36DE-E557-32F9-0600-AF5D738F8D6B}"/>
              </a:ext>
            </a:extLst>
          </p:cNvPr>
          <p:cNvCxnSpPr>
            <a:cxnSpLocks/>
          </p:cNvCxnSpPr>
          <p:nvPr/>
        </p:nvCxnSpPr>
        <p:spPr>
          <a:xfrm flipV="1">
            <a:off x="6096000" y="5174233"/>
            <a:ext cx="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3</cp:revision>
  <dcterms:created xsi:type="dcterms:W3CDTF">2026-03-11T22:28:39Z</dcterms:created>
  <dcterms:modified xsi:type="dcterms:W3CDTF">2026-03-11T22:37:41Z</dcterms:modified>
</cp:coreProperties>
</file>