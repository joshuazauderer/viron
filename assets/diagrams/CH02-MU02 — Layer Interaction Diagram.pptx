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247"/>
  </p:normalViewPr>
  <p:slideViewPr>
    <p:cSldViewPr snapToGrid="0">
      <p:cViewPr varScale="1">
        <p:scale>
          <a:sx n="120" d="100"/>
          <a:sy n="120" d="100"/>
        </p:scale>
        <p:origin x="616" y="4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61716B-FE79-E1DB-5392-BAB9DB4AC601}"/>
              </a:ext>
            </a:extLst>
          </p:cNvPr>
          <p:cNvSpPr/>
          <p:nvPr/>
        </p:nvSpPr>
        <p:spPr>
          <a:xfrm>
            <a:off x="5161011" y="310243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3F6B4-36D7-BB72-6A85-9D95FCF646F4}"/>
              </a:ext>
            </a:extLst>
          </p:cNvPr>
          <p:cNvCxnSpPr>
            <a:cxnSpLocks/>
          </p:cNvCxnSpPr>
          <p:nvPr/>
        </p:nvCxnSpPr>
        <p:spPr>
          <a:xfrm flipH="1">
            <a:off x="6095974" y="1072208"/>
            <a:ext cx="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1FBE22-4FCF-3D8E-96CB-08FE336916F4}"/>
              </a:ext>
            </a:extLst>
          </p:cNvPr>
          <p:cNvCxnSpPr>
            <a:cxnSpLocks/>
          </p:cNvCxnSpPr>
          <p:nvPr/>
        </p:nvCxnSpPr>
        <p:spPr>
          <a:xfrm>
            <a:off x="6020594" y="4569052"/>
            <a:ext cx="0" cy="19685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DB4C28-4D20-469C-9DD5-45B55E501B27}"/>
              </a:ext>
            </a:extLst>
          </p:cNvPr>
          <p:cNvSpPr/>
          <p:nvPr/>
        </p:nvSpPr>
        <p:spPr>
          <a:xfrm>
            <a:off x="5161011" y="1584682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5EA7A9-FF56-4C7A-691E-04763E96315F}"/>
              </a:ext>
            </a:extLst>
          </p:cNvPr>
          <p:cNvSpPr/>
          <p:nvPr/>
        </p:nvSpPr>
        <p:spPr>
          <a:xfrm>
            <a:off x="5162935" y="2900738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Organization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5161011" y="4227478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Execution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DF721DD-4B42-7D42-483B-4B342EB7CBC4}"/>
              </a:ext>
            </a:extLst>
          </p:cNvPr>
          <p:cNvSpPr/>
          <p:nvPr/>
        </p:nvSpPr>
        <p:spPr>
          <a:xfrm>
            <a:off x="5160986" y="5482043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5F5BDB8-FED9-3E1B-3DD3-6677EFE05591}"/>
              </a:ext>
            </a:extLst>
          </p:cNvPr>
          <p:cNvCxnSpPr>
            <a:cxnSpLocks/>
          </p:cNvCxnSpPr>
          <p:nvPr/>
        </p:nvCxnSpPr>
        <p:spPr>
          <a:xfrm flipH="1">
            <a:off x="6091454" y="4982492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05269A1-FB0F-40BF-5A99-259C2F8CB775}"/>
              </a:ext>
            </a:extLst>
          </p:cNvPr>
          <p:cNvCxnSpPr>
            <a:cxnSpLocks/>
          </p:cNvCxnSpPr>
          <p:nvPr/>
        </p:nvCxnSpPr>
        <p:spPr>
          <a:xfrm flipH="1">
            <a:off x="6096000" y="3733628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31DFFA8-0592-B858-F72D-62B3829BD847}"/>
              </a:ext>
            </a:extLst>
          </p:cNvPr>
          <p:cNvCxnSpPr>
            <a:cxnSpLocks/>
          </p:cNvCxnSpPr>
          <p:nvPr/>
        </p:nvCxnSpPr>
        <p:spPr>
          <a:xfrm flipH="1">
            <a:off x="6096000" y="2345408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5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2</cp:revision>
  <dcterms:created xsi:type="dcterms:W3CDTF">2026-03-11T21:09:16Z</dcterms:created>
  <dcterms:modified xsi:type="dcterms:W3CDTF">2026-03-11T21:20:29Z</dcterms:modified>
</cp:coreProperties>
</file>