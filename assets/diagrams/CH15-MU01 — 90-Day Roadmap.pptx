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4D30CE-0830-FE21-CFB2-D32A20C68939}"/>
              </a:ext>
            </a:extLst>
          </p:cNvPr>
          <p:cNvCxnSpPr>
            <a:cxnSpLocks/>
          </p:cNvCxnSpPr>
          <p:nvPr/>
        </p:nvCxnSpPr>
        <p:spPr>
          <a:xfrm>
            <a:off x="3808147" y="3429000"/>
            <a:ext cx="785137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99637" y="2736355"/>
            <a:ext cx="2738986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1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3006A9-C20B-CD56-AD52-B3CCAD5DEBAF}"/>
              </a:ext>
            </a:extLst>
          </p:cNvPr>
          <p:cNvSpPr/>
          <p:nvPr/>
        </p:nvSpPr>
        <p:spPr>
          <a:xfrm>
            <a:off x="4793433" y="2736355"/>
            <a:ext cx="2738986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2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E52380-7A8F-59A1-5102-85B4C6F14401}"/>
              </a:ext>
            </a:extLst>
          </p:cNvPr>
          <p:cNvSpPr/>
          <p:nvPr/>
        </p:nvSpPr>
        <p:spPr>
          <a:xfrm>
            <a:off x="8853379" y="2736355"/>
            <a:ext cx="2760250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3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662CFB-9316-5B40-91FE-D268F579D3FC}"/>
              </a:ext>
            </a:extLst>
          </p:cNvPr>
          <p:cNvCxnSpPr>
            <a:cxnSpLocks/>
          </p:cNvCxnSpPr>
          <p:nvPr/>
        </p:nvCxnSpPr>
        <p:spPr>
          <a:xfrm>
            <a:off x="7820166" y="3427228"/>
            <a:ext cx="785137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2026-03-12T00:48:44Z</dcterms:created>
  <dcterms:modified xsi:type="dcterms:W3CDTF">2026-03-12T01:23:40Z</dcterms:modified>
</cp:coreProperties>
</file>