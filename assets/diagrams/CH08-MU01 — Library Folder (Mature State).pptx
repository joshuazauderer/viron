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/>
    <p:restoredTop sz="94247"/>
  </p:normalViewPr>
  <p:slideViewPr>
    <p:cSldViewPr snapToGrid="0">
      <p:cViewPr varScale="1">
        <p:scale>
          <a:sx n="106" d="100"/>
          <a:sy n="106" d="100"/>
        </p:scale>
        <p:origin x="1152" y="4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06B0-890C-45B0-9427-88163B680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06ECD-931B-5F44-A46E-F1BE180C4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86355-4859-0EC6-FFE2-C9E9D2D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30AC-32AF-2339-FBAA-DACF5AB0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0F3C4-F4A2-A1F8-E728-38F91956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0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4CDD-EE90-9B9A-2D73-E6CDCC51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C3CE-BB14-B113-7311-C10AA8FC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41716-5180-2D9B-4321-DE86B497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75F46-562E-F4B5-D94F-AEAA7250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03110-D47E-E4C0-1F3A-D7FA1E28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7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849E-5935-C2C9-1ABC-55DD9DD3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93A13-B7E7-1AF0-2D37-8FB90535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9D1C-E1F3-6581-C1F2-17A5DE20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99C4D-6F9E-7C44-1727-8996F868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109A8-BCBA-1588-A9FD-D3B7EF77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7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61D7-493D-4B6E-2F26-F184502B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35F3A-BD17-609F-691D-9D9E897B1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4C7DE-3440-61D7-4460-A0AB72C19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47BDC-D00D-F934-7246-58B8A79D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6DBDF-9774-AC58-C664-87D55798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A6C27-D279-583C-3752-F4DC7F7B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6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8CC6-2360-E49D-7DB5-1F2D1F16E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18377-A47C-DCB5-CB75-16655AD8F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405B2-DB47-8A4F-F99D-F5E379359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7B663-AEBA-A919-8C52-FD84F3828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095B5-FB68-38F1-7ACB-59C068D37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31504-7102-7E22-A325-EE51BFBB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AF1FE-864A-434D-C070-15931EF2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32496-A138-88FF-0AC5-6F4CE4F2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2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FBCC-D214-DB0F-D029-0A80A5F3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F3FB2-6F3A-994A-F588-03417D24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655D1-ED6E-DFD7-E3B0-A3F2F3AA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DC435-35EC-F84D-C430-874D0EE2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8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0A9A4-1FA3-0E1C-6D4C-BEEDBDA1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0B5E9-1CCE-8293-0732-5876DC81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18749-1E95-5B81-D319-EDBB8B3A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2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B14B-9028-B8F0-090F-3D5F465E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4674-FBB2-299F-C579-3FA23E20F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47DC2-31D0-658F-DCC4-B155FCD6D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0F42C-CEF0-CCBC-8197-997E3FF1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2AB7-9111-FD06-B1C0-007B47E1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DA24F-EDD2-9B0E-6572-6D54A7C8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DA7A-300E-0851-1333-A86832F5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B7F1F-430E-68E6-981E-FD732D2BA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1BD64-FA89-BB73-7A86-C2CD54A25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0AD23-F9CF-3393-8139-02475B3C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BD302-59FA-D070-BA17-66232A8E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05766-4812-17F2-ED84-3B40E54B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71B6-1944-449C-2BE7-8046E248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1414B-1A5E-9D4E-64D0-EB6127511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C198E-B28C-7AE6-23F7-7DEDA22B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8B91B-5C96-7BEF-27C4-43C2FEE5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245B9-F3B3-E464-7DB1-24FC38C2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6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AF6BF3-99B3-E4F6-937D-DC5BD561D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19A8D-2D01-1B91-8037-67BBB99E7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A4C0C-772E-B786-378F-48F0554A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B74FB-82AD-D404-C388-07A14C07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4EED3-67FC-C965-D65E-B83BC1AF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1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25979-2741-056B-5654-ABFC5F9D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31FF9-1242-AE3D-7466-1009E3ABC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9D64-53E8-7218-FC97-3D28DFAA5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4D4CD-67CD-4DE2-008C-E058A738B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88CBD-2B18-1097-BACB-0415BDA10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03F6B4-36D7-BB72-6A85-9D95FCF646F4}"/>
              </a:ext>
            </a:extLst>
          </p:cNvPr>
          <p:cNvCxnSpPr>
            <a:cxnSpLocks/>
          </p:cNvCxnSpPr>
          <p:nvPr/>
        </p:nvCxnSpPr>
        <p:spPr>
          <a:xfrm flipH="1">
            <a:off x="4927796" y="2208619"/>
            <a:ext cx="4520" cy="9144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44DB4C28-4D20-469C-9DD5-45B55E501B27}"/>
              </a:ext>
            </a:extLst>
          </p:cNvPr>
          <p:cNvSpPr/>
          <p:nvPr/>
        </p:nvSpPr>
        <p:spPr>
          <a:xfrm>
            <a:off x="1550198" y="3424564"/>
            <a:ext cx="2193086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Projects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655EA7A9-FF56-4C7A-691E-04763E96315F}"/>
              </a:ext>
            </a:extLst>
          </p:cNvPr>
          <p:cNvSpPr/>
          <p:nvPr/>
        </p:nvSpPr>
        <p:spPr>
          <a:xfrm>
            <a:off x="3992807" y="3429000"/>
            <a:ext cx="2103193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Responsibilities</a:t>
            </a:r>
          </a:p>
        </p:txBody>
      </p: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E4717607-D84E-186E-3104-5743BDC8093F}"/>
              </a:ext>
            </a:extLst>
          </p:cNvPr>
          <p:cNvSpPr/>
          <p:nvPr/>
        </p:nvSpPr>
        <p:spPr>
          <a:xfrm>
            <a:off x="6345523" y="3429000"/>
            <a:ext cx="1947226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Reference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6DF721DD-4B42-7D42-483B-4B342EB7CBC4}"/>
              </a:ext>
            </a:extLst>
          </p:cNvPr>
          <p:cNvSpPr/>
          <p:nvPr/>
        </p:nvSpPr>
        <p:spPr>
          <a:xfrm>
            <a:off x="8542272" y="3424564"/>
            <a:ext cx="2155265" cy="675968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Archive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15F5BDB8-FED9-3E1B-3DD3-6677EFE05591}"/>
              </a:ext>
            </a:extLst>
          </p:cNvPr>
          <p:cNvCxnSpPr>
            <a:cxnSpLocks/>
          </p:cNvCxnSpPr>
          <p:nvPr/>
        </p:nvCxnSpPr>
        <p:spPr>
          <a:xfrm flipH="1">
            <a:off x="2441473" y="2208619"/>
            <a:ext cx="4520" cy="9144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05269A1-FB0F-40BF-5A99-259C2F8CB775}"/>
              </a:ext>
            </a:extLst>
          </p:cNvPr>
          <p:cNvCxnSpPr>
            <a:cxnSpLocks/>
          </p:cNvCxnSpPr>
          <p:nvPr/>
        </p:nvCxnSpPr>
        <p:spPr>
          <a:xfrm flipH="1">
            <a:off x="9762548" y="2203424"/>
            <a:ext cx="4520" cy="9144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831DFFA8-0592-B858-F72D-62B3829BD847}"/>
              </a:ext>
            </a:extLst>
          </p:cNvPr>
          <p:cNvCxnSpPr>
            <a:cxnSpLocks/>
          </p:cNvCxnSpPr>
          <p:nvPr/>
        </p:nvCxnSpPr>
        <p:spPr>
          <a:xfrm flipH="1">
            <a:off x="7414119" y="2208619"/>
            <a:ext cx="4520" cy="91440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E9AC257-F439-E20E-ECE0-9BD9D97D1EB6}"/>
              </a:ext>
            </a:extLst>
          </p:cNvPr>
          <p:cNvSpPr/>
          <p:nvPr/>
        </p:nvSpPr>
        <p:spPr>
          <a:xfrm>
            <a:off x="1550197" y="1352217"/>
            <a:ext cx="9147340" cy="697467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Knowledge Library</a:t>
            </a:r>
          </a:p>
        </p:txBody>
      </p:sp>
    </p:spTree>
    <p:extLst>
      <p:ext uri="{BB962C8B-B14F-4D97-AF65-F5344CB8AC3E}">
        <p14:creationId xmlns:p14="http://schemas.microsoft.com/office/powerpoint/2010/main" val="3083317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RON Book diagrams.potx" id="{37FD14E0-0572-204A-927D-676B66A652AA}" vid="{D3FAF821-5914-AA46-9927-8A21FF1FD595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6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Zauderer</dc:creator>
  <cp:lastModifiedBy>Joshua Zauderer</cp:lastModifiedBy>
  <cp:revision>5</cp:revision>
  <dcterms:created xsi:type="dcterms:W3CDTF">2026-03-11T21:48:22Z</dcterms:created>
  <dcterms:modified xsi:type="dcterms:W3CDTF">2026-03-11T22:15:59Z</dcterms:modified>
</cp:coreProperties>
</file>