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5"/>
    <p:restoredTop sz="94247"/>
  </p:normalViewPr>
  <p:slideViewPr>
    <p:cSldViewPr snapToGrid="0">
      <p:cViewPr varScale="1">
        <p:scale>
          <a:sx n="120" d="100"/>
          <a:sy n="120" d="100"/>
        </p:scale>
        <p:origin x="616" y="4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D06B0-890C-45B0-9427-88163B680E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106ECD-931B-5F44-A46E-F1BE180C4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86355-4859-0EC6-FFE2-C9E9D2D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F30AC-32AF-2339-FBAA-DACF5AB0A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0F3C4-F4A2-A1F8-E728-38F919563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30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A4CDD-EE90-9B9A-2D73-E6CDCC51C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4C3CE-BB14-B113-7311-C10AA8FC2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41716-5180-2D9B-4321-DE86B4973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75F46-562E-F4B5-D94F-AEAA72509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03110-D47E-E4C0-1F3A-D7FA1E281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977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0849E-5935-C2C9-1ABC-55DD9DD38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93A13-B7E7-1AF0-2D37-8FB905354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C9D1C-E1F3-6581-C1F2-17A5DE20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99C4D-6F9E-7C44-1727-8996F8684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109A8-BCBA-1588-A9FD-D3B7EF776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973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861D7-493D-4B6E-2F26-F184502B9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35F3A-BD17-609F-691D-9D9E897B18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44C7DE-3440-61D7-4460-A0AB72C19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C47BDC-D00D-F934-7246-58B8A79D9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36DBDF-9774-AC58-C664-87D55798B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1A6C27-D279-583C-3752-F4DC7F7B8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16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08CC6-2360-E49D-7DB5-1F2D1F16E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18377-A47C-DCB5-CB75-16655AD8F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3405B2-DB47-8A4F-F99D-F5E379359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7B663-AEBA-A919-8C52-FD84F38286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9095B5-FB68-38F1-7ACB-59C068D377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E31504-7102-7E22-A325-EE51BFBB3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1AF1FE-864A-434D-C070-15931EF23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B32496-A138-88FF-0AC5-6F4CE4F21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02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EFBCC-D214-DB0F-D029-0A80A5F38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F3FB2-6F3A-994A-F588-03417D241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C655D1-ED6E-DFD7-E3B0-A3F2F3AA5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FDC435-35EC-F84D-C430-874D0EE22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686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B0A9A4-1FA3-0E1C-6D4C-BEEDBDA10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60B5E9-1CCE-8293-0732-5876DC819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18749-1E95-5B81-D319-EDBB8B3AB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728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3B14B-9028-B8F0-090F-3D5F465E1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64674-FBB2-299F-C579-3FA23E20F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347DC2-31D0-658F-DCC4-B155FCD6D8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90F42C-CEF0-CCBC-8197-997E3FF18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C02AB7-9111-FD06-B1C0-007B47E1E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4DA24F-EDD2-9B0E-6572-6D54A7C87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87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4DA7A-300E-0851-1333-A86832F53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9B7F1F-430E-68E6-981E-FD732D2BA2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1BD64-FA89-BB73-7A86-C2CD54A25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C0AD23-F9CF-3393-8139-02475B3C7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ABD302-59FA-D070-BA17-66232A8E7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405766-4812-17F2-ED84-3B40E54B6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910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671B6-1944-449C-2BE7-8046E248B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D1414B-1A5E-9D4E-64D0-EB6127511A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C198E-B28C-7AE6-23F7-7DEDA22B9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8B91B-5C96-7BEF-27C4-43C2FEE5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245B9-F3B3-E464-7DB1-24FC38C2B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26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AF6BF3-99B3-E4F6-937D-DC5BD561D2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919A8D-2D01-1B91-8037-67BBB99E7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A4C0C-772E-B786-378F-48F0554A7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B74FB-82AD-D404-C388-07A14C07C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4EED3-67FC-C965-D65E-B83BC1AF2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814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425979-2741-056B-5654-ABFC5F9D9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031FF9-1242-AE3D-7466-1009E3ABC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79D64-53E8-7218-FC97-3D28DFAA54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4D4CD-67CD-4DE2-008C-E058A738B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88CBD-2B18-1097-BACB-0415BDA10A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47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44DB4C28-4D20-469C-9DD5-45B55E501B27}"/>
              </a:ext>
            </a:extLst>
          </p:cNvPr>
          <p:cNvSpPr/>
          <p:nvPr/>
        </p:nvSpPr>
        <p:spPr>
          <a:xfrm>
            <a:off x="5161011" y="1105622"/>
            <a:ext cx="1869977" cy="67596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INBOX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Capture</a:t>
            </a: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655EA7A9-FF56-4C7A-691E-04763E96315F}"/>
              </a:ext>
            </a:extLst>
          </p:cNvPr>
          <p:cNvSpPr/>
          <p:nvPr/>
        </p:nvSpPr>
        <p:spPr>
          <a:xfrm>
            <a:off x="2917224" y="2753032"/>
            <a:ext cx="2914214" cy="67596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THINKING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Notes</a:t>
            </a:r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E4717607-D84E-186E-3104-5743BDC8093F}"/>
              </a:ext>
            </a:extLst>
          </p:cNvPr>
          <p:cNvSpPr/>
          <p:nvPr/>
        </p:nvSpPr>
        <p:spPr>
          <a:xfrm>
            <a:off x="6328482" y="2775351"/>
            <a:ext cx="2946294" cy="67596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EXECUTION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Reminders</a:t>
            </a:r>
          </a:p>
        </p:txBody>
      </p: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6DF721DD-4B42-7D42-483B-4B342EB7CBC4}"/>
              </a:ext>
            </a:extLst>
          </p:cNvPr>
          <p:cNvSpPr/>
          <p:nvPr/>
        </p:nvSpPr>
        <p:spPr>
          <a:xfrm>
            <a:off x="4465727" y="4244097"/>
            <a:ext cx="1589125" cy="67596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ARCHIVE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Completed Work</a:t>
            </a: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831DFFA8-0592-B858-F72D-62B3829BD847}"/>
              </a:ext>
            </a:extLst>
          </p:cNvPr>
          <p:cNvCxnSpPr>
            <a:cxnSpLocks/>
          </p:cNvCxnSpPr>
          <p:nvPr/>
        </p:nvCxnSpPr>
        <p:spPr>
          <a:xfrm flipH="1">
            <a:off x="7810415" y="2158477"/>
            <a:ext cx="4520" cy="457200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6D5FA17-8A06-4364-12C3-9240F3AA0315}"/>
              </a:ext>
            </a:extLst>
          </p:cNvPr>
          <p:cNvSpPr txBox="1"/>
          <p:nvPr/>
        </p:nvSpPr>
        <p:spPr>
          <a:xfrm>
            <a:off x="3963194" y="109901"/>
            <a:ext cx="4114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THE VIRON SYSTEM</a:t>
            </a:r>
          </a:p>
          <a:p>
            <a:pPr algn="ctr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ARCHITECTURE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CD763A8-3825-98FE-800E-D49C09414D6B}"/>
              </a:ext>
            </a:extLst>
          </p:cNvPr>
          <p:cNvSpPr/>
          <p:nvPr/>
        </p:nvSpPr>
        <p:spPr>
          <a:xfrm>
            <a:off x="6679381" y="4171034"/>
            <a:ext cx="2347116" cy="67596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Calendar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EFFDFCE-1DA7-AAB0-1C6F-BC6BEEB4D946}"/>
              </a:ext>
            </a:extLst>
          </p:cNvPr>
          <p:cNvSpPr/>
          <p:nvPr/>
        </p:nvSpPr>
        <p:spPr>
          <a:xfrm>
            <a:off x="2715084" y="4261307"/>
            <a:ext cx="1607205" cy="67596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KNOWLEDGE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Library</a:t>
            </a:r>
          </a:p>
        </p:txBody>
      </p: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5A57A321-5B19-1A7B-EEE8-368958577E3E}"/>
              </a:ext>
            </a:extLst>
          </p:cNvPr>
          <p:cNvCxnSpPr>
            <a:cxnSpLocks/>
          </p:cNvCxnSpPr>
          <p:nvPr/>
        </p:nvCxnSpPr>
        <p:spPr>
          <a:xfrm rot="10800000" flipV="1">
            <a:off x="4374332" y="2176690"/>
            <a:ext cx="1721673" cy="433"/>
          </a:xfrm>
          <a:prstGeom prst="bentConnector3">
            <a:avLst>
              <a:gd name="adj1" fmla="val 50000"/>
            </a:avLst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A6ABED5D-1049-3E75-6B08-A08B4841D111}"/>
              </a:ext>
            </a:extLst>
          </p:cNvPr>
          <p:cNvCxnSpPr>
            <a:cxnSpLocks/>
          </p:cNvCxnSpPr>
          <p:nvPr/>
        </p:nvCxnSpPr>
        <p:spPr>
          <a:xfrm>
            <a:off x="6079171" y="1738626"/>
            <a:ext cx="1722458" cy="436352"/>
          </a:xfrm>
          <a:prstGeom prst="bentConnector3">
            <a:avLst>
              <a:gd name="adj1" fmla="val -1"/>
            </a:avLst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DC0C747-B104-EC29-BF8C-FB1E3E2F1C09}"/>
              </a:ext>
            </a:extLst>
          </p:cNvPr>
          <p:cNvCxnSpPr>
            <a:cxnSpLocks/>
          </p:cNvCxnSpPr>
          <p:nvPr/>
        </p:nvCxnSpPr>
        <p:spPr>
          <a:xfrm flipH="1">
            <a:off x="4364820" y="2178080"/>
            <a:ext cx="4520" cy="457200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FB13160-1213-8288-6CA5-930ACA71CF1F}"/>
              </a:ext>
            </a:extLst>
          </p:cNvPr>
          <p:cNvCxnSpPr>
            <a:cxnSpLocks/>
          </p:cNvCxnSpPr>
          <p:nvPr/>
        </p:nvCxnSpPr>
        <p:spPr>
          <a:xfrm flipH="1">
            <a:off x="7827155" y="3604040"/>
            <a:ext cx="4520" cy="457200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133FA2B-C20D-58E3-A2E8-8EFB79683DDA}"/>
              </a:ext>
            </a:extLst>
          </p:cNvPr>
          <p:cNvCxnSpPr>
            <a:cxnSpLocks/>
          </p:cNvCxnSpPr>
          <p:nvPr/>
        </p:nvCxnSpPr>
        <p:spPr>
          <a:xfrm flipH="1">
            <a:off x="3524846" y="3604040"/>
            <a:ext cx="4520" cy="457200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5E90E5A-B690-29D8-88DC-E46C1DF3C7A2}"/>
              </a:ext>
            </a:extLst>
          </p:cNvPr>
          <p:cNvCxnSpPr>
            <a:cxnSpLocks/>
          </p:cNvCxnSpPr>
          <p:nvPr/>
        </p:nvCxnSpPr>
        <p:spPr>
          <a:xfrm flipH="1">
            <a:off x="5151633" y="3622891"/>
            <a:ext cx="4520" cy="457200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33179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IRON Book diagrams.potx" id="{37FD14E0-0572-204A-927D-676B66A652AA}" vid="{D3FAF821-5914-AA46-9927-8A21FF1FD595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</TotalTime>
  <Words>18</Words>
  <Application>Microsoft Macintosh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Zauderer</dc:creator>
  <cp:lastModifiedBy>Joshua Zauderer</cp:lastModifiedBy>
  <cp:revision>3</cp:revision>
  <dcterms:created xsi:type="dcterms:W3CDTF">2026-03-12T02:27:14Z</dcterms:created>
  <dcterms:modified xsi:type="dcterms:W3CDTF">2026-03-12T03:28:54Z</dcterms:modified>
</cp:coreProperties>
</file>