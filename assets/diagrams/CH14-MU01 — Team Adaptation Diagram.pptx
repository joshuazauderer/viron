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33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8495"/>
    <p:restoredTop sz="94247"/>
  </p:normalViewPr>
  <p:slideViewPr>
    <p:cSldViewPr snapToGrid="0">
      <p:cViewPr varScale="1">
        <p:scale>
          <a:sx n="120" d="100"/>
          <a:sy n="120" d="100"/>
        </p:scale>
        <p:origin x="616" y="3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D06B0-890C-45B0-9427-88163B680EE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9106ECD-931B-5F44-A46E-F1BE180C47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D086355-4859-0EC6-FFE2-C9E9D2D3A6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9F30AC-32AF-2339-FBAA-DACF5AB0AF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0F3C4-F4A2-A1F8-E728-38F9195639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33051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7A4CDD-EE90-9B9A-2D73-E6CDCC51C3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14C3CE-BB14-B113-7311-C10AA8FC2E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8A41716-5180-2D9B-4321-DE86B49733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75F46-562E-F4B5-D94F-AEAA72509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703110-D47E-E4C0-1F3A-D7FA1E2819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79779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B0849E-5935-C2C9-1ABC-55DD9DD386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A93A13-B7E7-1AF0-2D37-8FB905354FA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C9D1C-E1F3-6581-C1F2-17A5DE20DE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D899C4D-6F9E-7C44-1727-8996F86846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F109A8-BCBA-1588-A9FD-D3B7EF776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549738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A861D7-493D-4B6E-2F26-F184502B9B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35F3A-BD17-609F-691D-9D9E897B182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44C7DE-3440-61D7-4460-A0AB72C19D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C47BDC-D00D-F934-7246-58B8A79D9A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336DBDF-9774-AC58-C664-87D55798BE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1A6C27-D279-583C-3752-F4DC7F7B8A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816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08CC6-2360-E49D-7DB5-1F2D1F16ED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218377-A47C-DCB5-CB75-16655AD8FA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13405B2-DB47-8A4F-F99D-F5E3793595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7B663-AEBA-A919-8C52-FD84F38286A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9095B5-FB68-38F1-7ACB-59C068D377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E31504-7102-7E22-A325-EE51BFBB31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1AF1FE-864A-434D-C070-15931EF23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8B32496-A138-88FF-0AC5-6F4CE4F218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021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3EFBCC-D214-DB0F-D029-0A80A5F38D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0F3FB2-6F3A-994A-F588-03417D2410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1C655D1-ED6E-DFD7-E3B0-A3F2F3AA5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1FDC435-35EC-F84D-C430-874D0EE223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56869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DB0A9A4-1FA3-0E1C-6D4C-BEEDBDA10E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60B5E9-1CCE-8293-0732-5876DC8194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118749-1E95-5B81-D319-EDBB8B3AB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280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13B14B-9028-B8F0-090F-3D5F465E11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64674-FBB2-299F-C579-3FA23E20F0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347DC2-31D0-658F-DCC4-B155FCD6D8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D90F42C-CEF0-CCBC-8197-997E3FF180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C02AB7-9111-FD06-B1C0-007B47E1EB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DA24F-EDD2-9B0E-6572-6D54A7C87B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873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B4DA7A-300E-0851-1333-A86832F53A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9B7F1F-430E-68E6-981E-FD732D2BA25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1BD64-FA89-BB73-7A86-C2CD54A25D4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C0AD23-F9CF-3393-8139-02475B3C7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ABD302-59FA-D070-BA17-66232A8E7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405766-4812-17F2-ED84-3B40E54B65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391071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F671B6-1944-449C-2BE7-8046E248B2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FD1414B-1A5E-9D4E-64D0-EB6127511A5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7C198E-B28C-7AE6-23F7-7DEDA22B96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E8B91B-5C96-7BEF-27C4-43C2FEE538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B245B9-F3B3-E464-7DB1-24FC38C2B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682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6AF6BF3-99B3-E4F6-937D-DC5BD561D25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3919A8D-2D01-1B91-8037-67BBB99E7F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A4C0C-772E-B786-378F-48F0554A73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1B74FB-82AD-D404-C388-07A14C07C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E4EED3-67FC-C965-D65E-B83BC1AF2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8142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425979-2741-056B-5654-ABFC5F9D9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031FF9-1242-AE3D-7466-1009E3ABC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479D64-53E8-7218-FC97-3D28DFAA54F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84BB47-4CE4-DF41-BA08-388A5C4DB960}" type="datetimeFigureOut">
              <a:rPr lang="en-US" smtClean="0"/>
              <a:t>3/11/26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C4D4CD-67CD-4DE2-008C-E058A738BCB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B88CBD-2B18-1097-BACB-0415BDA10A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0B03F2-6736-3649-8C0D-079F4B2FD27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4716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8" name="Straight Arrow Connector 77">
            <a:extLst>
              <a:ext uri="{FF2B5EF4-FFF2-40B4-BE49-F238E27FC236}">
                <a16:creationId xmlns:a16="http://schemas.microsoft.com/office/drawing/2014/main" id="{E54D30CE-0830-FE21-CFB2-D32A20C68939}"/>
              </a:ext>
            </a:extLst>
          </p:cNvPr>
          <p:cNvCxnSpPr>
            <a:cxnSpLocks/>
          </p:cNvCxnSpPr>
          <p:nvPr/>
        </p:nvCxnSpPr>
        <p:spPr>
          <a:xfrm>
            <a:off x="3808147" y="3429000"/>
            <a:ext cx="785137" cy="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ounded Rectangle 99">
            <a:extLst>
              <a:ext uri="{FF2B5EF4-FFF2-40B4-BE49-F238E27FC236}">
                <a16:creationId xmlns:a16="http://schemas.microsoft.com/office/drawing/2014/main" id="{E4717607-D84E-186E-3104-5743BDC8093F}"/>
              </a:ext>
            </a:extLst>
          </p:cNvPr>
          <p:cNvSpPr/>
          <p:nvPr/>
        </p:nvSpPr>
        <p:spPr>
          <a:xfrm>
            <a:off x="599637" y="2736355"/>
            <a:ext cx="2738986" cy="1385290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Month 1</a:t>
            </a:r>
          </a:p>
          <a:p>
            <a:pPr algn="ctr"/>
            <a:endParaRPr lang="en-US" sz="1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Foundation</a:t>
            </a: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43006A9-C20B-CD56-AD52-B3CCAD5DEBAF}"/>
              </a:ext>
            </a:extLst>
          </p:cNvPr>
          <p:cNvSpPr/>
          <p:nvPr/>
        </p:nvSpPr>
        <p:spPr>
          <a:xfrm>
            <a:off x="4793433" y="2736355"/>
            <a:ext cx="2738986" cy="1385290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Month 2</a:t>
            </a:r>
          </a:p>
          <a:p>
            <a:pPr algn="ctr"/>
            <a:endParaRPr lang="en-US" sz="1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Structure</a:t>
            </a:r>
          </a:p>
        </p:txBody>
      </p: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30E52380-7A8F-59A1-5102-85B4C6F14401}"/>
              </a:ext>
            </a:extLst>
          </p:cNvPr>
          <p:cNvSpPr/>
          <p:nvPr/>
        </p:nvSpPr>
        <p:spPr>
          <a:xfrm>
            <a:off x="8853379" y="2736355"/>
            <a:ext cx="2760250" cy="1385290"/>
          </a:xfrm>
          <a:prstGeom prst="roundRect">
            <a:avLst/>
          </a:prstGeom>
          <a:solidFill>
            <a:schemeClr val="bg1"/>
          </a:solidFill>
          <a:ln>
            <a:solidFill>
              <a:srgbClr val="33333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Month 3</a:t>
            </a:r>
          </a:p>
          <a:p>
            <a:pPr algn="ctr"/>
            <a:endParaRPr lang="en-US" sz="1600" b="1" dirty="0">
              <a:solidFill>
                <a:schemeClr val="tx1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en-US" sz="1600" b="1" dirty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Integration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7662CFB-9316-5B40-91FE-D268F579D3FC}"/>
              </a:ext>
            </a:extLst>
          </p:cNvPr>
          <p:cNvCxnSpPr>
            <a:cxnSpLocks/>
          </p:cNvCxnSpPr>
          <p:nvPr/>
        </p:nvCxnSpPr>
        <p:spPr>
          <a:xfrm>
            <a:off x="7820166" y="3427228"/>
            <a:ext cx="785137" cy="0"/>
          </a:xfrm>
          <a:prstGeom prst="straightConnector1">
            <a:avLst/>
          </a:prstGeom>
          <a:ln w="38100">
            <a:solidFill>
              <a:srgbClr val="333333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8331795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VIRON Book diagrams.potx" id="{37FD14E0-0572-204A-927D-676B66A652AA}" vid="{D3FAF821-5914-AA46-9927-8A21FF1FD595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56082"/>
    </a:accent1>
    <a:accent2>
      <a:srgbClr val="E97132"/>
    </a:accent2>
    <a:accent3>
      <a:srgbClr val="196B24"/>
    </a:accent3>
    <a:accent4>
      <a:srgbClr val="0F9ED5"/>
    </a:accent4>
    <a:accent5>
      <a:srgbClr val="A02B93"/>
    </a:accent5>
    <a:accent6>
      <a:srgbClr val="4EA72E"/>
    </a:accent6>
    <a:hlink>
      <a:srgbClr val="467886"/>
    </a:hlink>
    <a:folHlink>
      <a:srgbClr val="96607D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34</TotalTime>
  <Words>9</Words>
  <Application>Microsoft Macintosh PowerPoint</Application>
  <PresentationFormat>Widescreen</PresentationFormat>
  <Paragraphs>9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Calibri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Joshua Zauderer</dc:creator>
  <cp:lastModifiedBy>Joshua Zauderer</cp:lastModifiedBy>
  <cp:revision>3</cp:revision>
  <dcterms:created xsi:type="dcterms:W3CDTF">2026-03-12T00:48:44Z</dcterms:created>
  <dcterms:modified xsi:type="dcterms:W3CDTF">2026-03-12T01:22:52Z</dcterms:modified>
</cp:coreProperties>
</file>