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35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6D2C6C-E651-C144-8BB7-9FB2A08281A1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767BEED9-C5A4-F145-BBCC-58D4FD0477E0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pPr rtl="0"/>
          <a:r>
            <a:rPr lang="en-US" dirty="0"/>
            <a:t>INBOX (Capture)</a:t>
          </a:r>
        </a:p>
      </dgm:t>
    </dgm:pt>
    <dgm:pt modelId="{8CED781F-C35D-204C-858A-72ACE38E6171}" type="parTrans" cxnId="{78092B11-8A1E-E74C-A1F8-DEDF84BFB383}">
      <dgm:prSet/>
      <dgm:spPr/>
      <dgm:t>
        <a:bodyPr/>
        <a:lstStyle/>
        <a:p>
          <a:endParaRPr lang="en-US"/>
        </a:p>
      </dgm:t>
    </dgm:pt>
    <dgm:pt modelId="{F9605411-D468-7B4D-9042-C8523CB71F61}" type="sibTrans" cxnId="{78092B11-8A1E-E74C-A1F8-DEDF84BFB383}">
      <dgm:prSet/>
      <dgm:spPr/>
      <dgm:t>
        <a:bodyPr/>
        <a:lstStyle/>
        <a:p>
          <a:endParaRPr lang="en-US"/>
        </a:p>
      </dgm:t>
    </dgm:pt>
    <dgm:pt modelId="{FAF7552B-83B3-2742-A969-0D1F069CD28F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CALENDAR (Time Layer)</a:t>
          </a:r>
        </a:p>
      </dgm:t>
    </dgm:pt>
    <dgm:pt modelId="{E1D161BB-1F82-1F40-B3C3-285C0A069C42}" type="parTrans" cxnId="{F1E030DB-2E35-D949-BA54-3A40CCB43E3C}">
      <dgm:prSet/>
      <dgm:spPr/>
      <dgm:t>
        <a:bodyPr/>
        <a:lstStyle/>
        <a:p>
          <a:endParaRPr lang="en-US"/>
        </a:p>
      </dgm:t>
    </dgm:pt>
    <dgm:pt modelId="{05D9A066-CA79-E64E-A8FC-567E4C59F8F7}" type="sibTrans" cxnId="{F1E030DB-2E35-D949-BA54-3A40CCB43E3C}">
      <dgm:prSet/>
      <dgm:spPr/>
      <dgm:t>
        <a:bodyPr/>
        <a:lstStyle/>
        <a:p>
          <a:endParaRPr lang="en-US"/>
        </a:p>
      </dgm:t>
    </dgm:pt>
    <dgm:pt modelId="{E911B3FA-8966-AE47-AB15-C2EADFF73AC4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LIBRARY (Compounding Layer)</a:t>
          </a:r>
        </a:p>
      </dgm:t>
    </dgm:pt>
    <dgm:pt modelId="{14A5132F-B215-CB44-8DC0-DEF1C2DAB624}" type="parTrans" cxnId="{EA26A811-E9D1-EC42-8806-10FEA56F71E5}">
      <dgm:prSet/>
      <dgm:spPr/>
      <dgm:t>
        <a:bodyPr/>
        <a:lstStyle/>
        <a:p>
          <a:endParaRPr lang="en-US"/>
        </a:p>
      </dgm:t>
    </dgm:pt>
    <dgm:pt modelId="{39B98087-1138-1E42-93D6-23714A5D39D1}" type="sibTrans" cxnId="{EA26A811-E9D1-EC42-8806-10FEA56F71E5}">
      <dgm:prSet/>
      <dgm:spPr/>
      <dgm:t>
        <a:bodyPr/>
        <a:lstStyle/>
        <a:p>
          <a:endParaRPr lang="en-US"/>
        </a:p>
      </dgm:t>
    </dgm:pt>
    <dgm:pt modelId="{E964946A-C203-374E-8C6D-03EB7BD5941C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pPr rtl="0"/>
          <a:r>
            <a:rPr lang="en-US" dirty="0"/>
            <a:t>REMINDERS (Execution Layer)</a:t>
          </a:r>
        </a:p>
      </dgm:t>
    </dgm:pt>
    <dgm:pt modelId="{C78BE982-C464-FD44-89C6-1C341FE60FE8}" type="parTrans" cxnId="{261D2C12-0A58-9349-9A80-8A15CB020493}">
      <dgm:prSet/>
      <dgm:spPr/>
      <dgm:t>
        <a:bodyPr/>
        <a:lstStyle/>
        <a:p>
          <a:endParaRPr lang="en-US"/>
        </a:p>
      </dgm:t>
    </dgm:pt>
    <dgm:pt modelId="{8672AC14-C825-7444-AE3A-20461F8F8679}" type="sibTrans" cxnId="{261D2C12-0A58-9349-9A80-8A15CB020493}">
      <dgm:prSet/>
      <dgm:spPr/>
      <dgm:t>
        <a:bodyPr/>
        <a:lstStyle/>
        <a:p>
          <a:endParaRPr lang="en-US"/>
        </a:p>
      </dgm:t>
    </dgm:pt>
    <dgm:pt modelId="{84993FF0-F654-6944-80F8-710563A9962F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pPr rtl="0"/>
          <a:r>
            <a:rPr lang="en-US" dirty="0"/>
            <a:t>NOTES (Thinking Layer)</a:t>
          </a:r>
        </a:p>
      </dgm:t>
    </dgm:pt>
    <dgm:pt modelId="{B2898F2C-3A68-A947-BDAB-B0589B592E9B}" type="parTrans" cxnId="{841B5576-7760-BE48-8512-92F0B8D07A8E}">
      <dgm:prSet/>
      <dgm:spPr/>
      <dgm:t>
        <a:bodyPr/>
        <a:lstStyle/>
        <a:p>
          <a:endParaRPr lang="en-US"/>
        </a:p>
      </dgm:t>
    </dgm:pt>
    <dgm:pt modelId="{63C2EE31-9642-4A44-9F50-319229121710}" type="sibTrans" cxnId="{841B5576-7760-BE48-8512-92F0B8D07A8E}">
      <dgm:prSet/>
      <dgm:spPr/>
      <dgm:t>
        <a:bodyPr/>
        <a:lstStyle/>
        <a:p>
          <a:endParaRPr lang="en-US"/>
        </a:p>
      </dgm:t>
    </dgm:pt>
    <dgm:pt modelId="{4F0605F0-0F69-E44F-AF50-DAF9F32BC444}" type="pres">
      <dgm:prSet presAssocID="{0B6D2C6C-E651-C144-8BB7-9FB2A08281A1}" presName="linearFlow" presStyleCnt="0">
        <dgm:presLayoutVars>
          <dgm:resizeHandles val="exact"/>
        </dgm:presLayoutVars>
      </dgm:prSet>
      <dgm:spPr/>
    </dgm:pt>
    <dgm:pt modelId="{E5DF828E-EDDB-B746-B34A-C86B08B41593}" type="pres">
      <dgm:prSet presAssocID="{767BEED9-C5A4-F145-BBCC-58D4FD0477E0}" presName="node" presStyleLbl="node1" presStyleIdx="0" presStyleCnt="5" custScaleX="275692">
        <dgm:presLayoutVars>
          <dgm:bulletEnabled val="1"/>
        </dgm:presLayoutVars>
      </dgm:prSet>
      <dgm:spPr/>
    </dgm:pt>
    <dgm:pt modelId="{391E815B-68FA-F545-BAE2-306E7AA0001A}" type="pres">
      <dgm:prSet presAssocID="{F9605411-D468-7B4D-9042-C8523CB71F61}" presName="sibTrans" presStyleLbl="sibTrans2D1" presStyleIdx="0" presStyleCnt="4"/>
      <dgm:spPr/>
    </dgm:pt>
    <dgm:pt modelId="{CAC32789-09EC-A245-A532-45E24FC7762A}" type="pres">
      <dgm:prSet presAssocID="{F9605411-D468-7B4D-9042-C8523CB71F61}" presName="connectorText" presStyleLbl="sibTrans2D1" presStyleIdx="0" presStyleCnt="4"/>
      <dgm:spPr/>
    </dgm:pt>
    <dgm:pt modelId="{B68CB9B1-4160-C84D-82B7-4B1BA94C1FBC}" type="pres">
      <dgm:prSet presAssocID="{84993FF0-F654-6944-80F8-710563A9962F}" presName="node" presStyleLbl="node1" presStyleIdx="1" presStyleCnt="5" custScaleX="275692">
        <dgm:presLayoutVars>
          <dgm:bulletEnabled val="1"/>
        </dgm:presLayoutVars>
      </dgm:prSet>
      <dgm:spPr/>
    </dgm:pt>
    <dgm:pt modelId="{FF195369-21E9-4E42-B758-95DBD48DF8DE}" type="pres">
      <dgm:prSet presAssocID="{63C2EE31-9642-4A44-9F50-319229121710}" presName="sibTrans" presStyleLbl="sibTrans2D1" presStyleIdx="1" presStyleCnt="4"/>
      <dgm:spPr/>
    </dgm:pt>
    <dgm:pt modelId="{CB340E56-E3EC-D647-8D90-34BCE03CC7F4}" type="pres">
      <dgm:prSet presAssocID="{63C2EE31-9642-4A44-9F50-319229121710}" presName="connectorText" presStyleLbl="sibTrans2D1" presStyleIdx="1" presStyleCnt="4"/>
      <dgm:spPr/>
    </dgm:pt>
    <dgm:pt modelId="{8131D6F9-0953-6E4C-AB81-6FE0D8E16DB4}" type="pres">
      <dgm:prSet presAssocID="{E964946A-C203-374E-8C6D-03EB7BD5941C}" presName="node" presStyleLbl="node1" presStyleIdx="2" presStyleCnt="5" custScaleX="275692">
        <dgm:presLayoutVars>
          <dgm:bulletEnabled val="1"/>
        </dgm:presLayoutVars>
      </dgm:prSet>
      <dgm:spPr/>
    </dgm:pt>
    <dgm:pt modelId="{0E80D795-B662-C54C-A4D0-2FE1A453EE4B}" type="pres">
      <dgm:prSet presAssocID="{8672AC14-C825-7444-AE3A-20461F8F8679}" presName="sibTrans" presStyleLbl="sibTrans2D1" presStyleIdx="2" presStyleCnt="4"/>
      <dgm:spPr/>
    </dgm:pt>
    <dgm:pt modelId="{4F9F6947-FA07-8F46-A1A9-646A4B0A4FB9}" type="pres">
      <dgm:prSet presAssocID="{8672AC14-C825-7444-AE3A-20461F8F8679}" presName="connectorText" presStyleLbl="sibTrans2D1" presStyleIdx="2" presStyleCnt="4"/>
      <dgm:spPr/>
    </dgm:pt>
    <dgm:pt modelId="{6EFCD582-3274-E245-9969-1227E9BEA53B}" type="pres">
      <dgm:prSet presAssocID="{FAF7552B-83B3-2742-A969-0D1F069CD28F}" presName="node" presStyleLbl="node1" presStyleIdx="3" presStyleCnt="5" custScaleX="275692">
        <dgm:presLayoutVars>
          <dgm:bulletEnabled val="1"/>
        </dgm:presLayoutVars>
      </dgm:prSet>
      <dgm:spPr/>
    </dgm:pt>
    <dgm:pt modelId="{3470ADF5-941A-2043-86A0-3F5975086629}" type="pres">
      <dgm:prSet presAssocID="{05D9A066-CA79-E64E-A8FC-567E4C59F8F7}" presName="sibTrans" presStyleLbl="sibTrans2D1" presStyleIdx="3" presStyleCnt="4"/>
      <dgm:spPr/>
    </dgm:pt>
    <dgm:pt modelId="{8BFEEDA9-55A4-F940-A840-12AB9A6E0155}" type="pres">
      <dgm:prSet presAssocID="{05D9A066-CA79-E64E-A8FC-567E4C59F8F7}" presName="connectorText" presStyleLbl="sibTrans2D1" presStyleIdx="3" presStyleCnt="4"/>
      <dgm:spPr/>
    </dgm:pt>
    <dgm:pt modelId="{818F0626-FD01-9042-AFE0-4BA6D1E90C11}" type="pres">
      <dgm:prSet presAssocID="{E911B3FA-8966-AE47-AB15-C2EADFF73AC4}" presName="node" presStyleLbl="node1" presStyleIdx="4" presStyleCnt="5" custScaleX="275692">
        <dgm:presLayoutVars>
          <dgm:bulletEnabled val="1"/>
        </dgm:presLayoutVars>
      </dgm:prSet>
      <dgm:spPr/>
    </dgm:pt>
  </dgm:ptLst>
  <dgm:cxnLst>
    <dgm:cxn modelId="{78092B11-8A1E-E74C-A1F8-DEDF84BFB383}" srcId="{0B6D2C6C-E651-C144-8BB7-9FB2A08281A1}" destId="{767BEED9-C5A4-F145-BBCC-58D4FD0477E0}" srcOrd="0" destOrd="0" parTransId="{8CED781F-C35D-204C-858A-72ACE38E6171}" sibTransId="{F9605411-D468-7B4D-9042-C8523CB71F61}"/>
    <dgm:cxn modelId="{EA26A811-E9D1-EC42-8806-10FEA56F71E5}" srcId="{0B6D2C6C-E651-C144-8BB7-9FB2A08281A1}" destId="{E911B3FA-8966-AE47-AB15-C2EADFF73AC4}" srcOrd="4" destOrd="0" parTransId="{14A5132F-B215-CB44-8DC0-DEF1C2DAB624}" sibTransId="{39B98087-1138-1E42-93D6-23714A5D39D1}"/>
    <dgm:cxn modelId="{261D2C12-0A58-9349-9A80-8A15CB020493}" srcId="{0B6D2C6C-E651-C144-8BB7-9FB2A08281A1}" destId="{E964946A-C203-374E-8C6D-03EB7BD5941C}" srcOrd="2" destOrd="0" parTransId="{C78BE982-C464-FD44-89C6-1C341FE60FE8}" sibTransId="{8672AC14-C825-7444-AE3A-20461F8F8679}"/>
    <dgm:cxn modelId="{1E1B3D19-4091-B448-9A39-C8DB7420ED49}" type="presOf" srcId="{E911B3FA-8966-AE47-AB15-C2EADFF73AC4}" destId="{818F0626-FD01-9042-AFE0-4BA6D1E90C11}" srcOrd="0" destOrd="0" presId="urn:microsoft.com/office/officeart/2005/8/layout/process2"/>
    <dgm:cxn modelId="{7C3D733A-3FBA-BC43-ADDC-B1C1A86E8306}" type="presOf" srcId="{84993FF0-F654-6944-80F8-710563A9962F}" destId="{B68CB9B1-4160-C84D-82B7-4B1BA94C1FBC}" srcOrd="0" destOrd="0" presId="urn:microsoft.com/office/officeart/2005/8/layout/process2"/>
    <dgm:cxn modelId="{A5F45948-3722-9047-AC88-0D18D96EFE16}" type="presOf" srcId="{FAF7552B-83B3-2742-A969-0D1F069CD28F}" destId="{6EFCD582-3274-E245-9969-1227E9BEA53B}" srcOrd="0" destOrd="0" presId="urn:microsoft.com/office/officeart/2005/8/layout/process2"/>
    <dgm:cxn modelId="{F239E54E-BA41-6641-94FE-3A6B2089C41C}" type="presOf" srcId="{8672AC14-C825-7444-AE3A-20461F8F8679}" destId="{4F9F6947-FA07-8F46-A1A9-646A4B0A4FB9}" srcOrd="1" destOrd="0" presId="urn:microsoft.com/office/officeart/2005/8/layout/process2"/>
    <dgm:cxn modelId="{CC13C35C-D2CD-5B4E-AD51-14F89F0CF934}" type="presOf" srcId="{63C2EE31-9642-4A44-9F50-319229121710}" destId="{FF195369-21E9-4E42-B758-95DBD48DF8DE}" srcOrd="0" destOrd="0" presId="urn:microsoft.com/office/officeart/2005/8/layout/process2"/>
    <dgm:cxn modelId="{D4A2AB64-9A2D-D246-8FB9-8E207B02ECD8}" type="presOf" srcId="{F9605411-D468-7B4D-9042-C8523CB71F61}" destId="{391E815B-68FA-F545-BAE2-306E7AA0001A}" srcOrd="0" destOrd="0" presId="urn:microsoft.com/office/officeart/2005/8/layout/process2"/>
    <dgm:cxn modelId="{32D03D70-EDF8-3E49-B56F-01730B94971A}" type="presOf" srcId="{63C2EE31-9642-4A44-9F50-319229121710}" destId="{CB340E56-E3EC-D647-8D90-34BCE03CC7F4}" srcOrd="1" destOrd="0" presId="urn:microsoft.com/office/officeart/2005/8/layout/process2"/>
    <dgm:cxn modelId="{841B5576-7760-BE48-8512-92F0B8D07A8E}" srcId="{0B6D2C6C-E651-C144-8BB7-9FB2A08281A1}" destId="{84993FF0-F654-6944-80F8-710563A9962F}" srcOrd="1" destOrd="0" parTransId="{B2898F2C-3A68-A947-BDAB-B0589B592E9B}" sibTransId="{63C2EE31-9642-4A44-9F50-319229121710}"/>
    <dgm:cxn modelId="{38C2C67C-AB29-5A44-8443-D3407ABD410E}" type="presOf" srcId="{05D9A066-CA79-E64E-A8FC-567E4C59F8F7}" destId="{3470ADF5-941A-2043-86A0-3F5975086629}" srcOrd="0" destOrd="0" presId="urn:microsoft.com/office/officeart/2005/8/layout/process2"/>
    <dgm:cxn modelId="{12234597-909C-5B44-9B66-8899BE2C7664}" type="presOf" srcId="{8672AC14-C825-7444-AE3A-20461F8F8679}" destId="{0E80D795-B662-C54C-A4D0-2FE1A453EE4B}" srcOrd="0" destOrd="0" presId="urn:microsoft.com/office/officeart/2005/8/layout/process2"/>
    <dgm:cxn modelId="{0433D0B9-D882-5D4C-84C5-94A5B06983C6}" type="presOf" srcId="{E964946A-C203-374E-8C6D-03EB7BD5941C}" destId="{8131D6F9-0953-6E4C-AB81-6FE0D8E16DB4}" srcOrd="0" destOrd="0" presId="urn:microsoft.com/office/officeart/2005/8/layout/process2"/>
    <dgm:cxn modelId="{E2B85FBC-B0DE-D74C-A188-224999337060}" type="presOf" srcId="{05D9A066-CA79-E64E-A8FC-567E4C59F8F7}" destId="{8BFEEDA9-55A4-F940-A840-12AB9A6E0155}" srcOrd="1" destOrd="0" presId="urn:microsoft.com/office/officeart/2005/8/layout/process2"/>
    <dgm:cxn modelId="{B23CFAD8-7486-C34D-B885-3087D804ACDD}" type="presOf" srcId="{F9605411-D468-7B4D-9042-C8523CB71F61}" destId="{CAC32789-09EC-A245-A532-45E24FC7762A}" srcOrd="1" destOrd="0" presId="urn:microsoft.com/office/officeart/2005/8/layout/process2"/>
    <dgm:cxn modelId="{F1E030DB-2E35-D949-BA54-3A40CCB43E3C}" srcId="{0B6D2C6C-E651-C144-8BB7-9FB2A08281A1}" destId="{FAF7552B-83B3-2742-A969-0D1F069CD28F}" srcOrd="3" destOrd="0" parTransId="{E1D161BB-1F82-1F40-B3C3-285C0A069C42}" sibTransId="{05D9A066-CA79-E64E-A8FC-567E4C59F8F7}"/>
    <dgm:cxn modelId="{127760E4-3B56-3545-9A8D-F23D17C13E23}" type="presOf" srcId="{0B6D2C6C-E651-C144-8BB7-9FB2A08281A1}" destId="{4F0605F0-0F69-E44F-AF50-DAF9F32BC444}" srcOrd="0" destOrd="0" presId="urn:microsoft.com/office/officeart/2005/8/layout/process2"/>
    <dgm:cxn modelId="{6E5582F9-D731-734F-B234-FA326EF03DFE}" type="presOf" srcId="{767BEED9-C5A4-F145-BBCC-58D4FD0477E0}" destId="{E5DF828E-EDDB-B746-B34A-C86B08B41593}" srcOrd="0" destOrd="0" presId="urn:microsoft.com/office/officeart/2005/8/layout/process2"/>
    <dgm:cxn modelId="{125EE48E-7F73-6D42-BE5D-F0A8AD5212AE}" type="presParOf" srcId="{4F0605F0-0F69-E44F-AF50-DAF9F32BC444}" destId="{E5DF828E-EDDB-B746-B34A-C86B08B41593}" srcOrd="0" destOrd="0" presId="urn:microsoft.com/office/officeart/2005/8/layout/process2"/>
    <dgm:cxn modelId="{C7229517-07B5-2844-BC3F-B9C84B2DB5CA}" type="presParOf" srcId="{4F0605F0-0F69-E44F-AF50-DAF9F32BC444}" destId="{391E815B-68FA-F545-BAE2-306E7AA0001A}" srcOrd="1" destOrd="0" presId="urn:microsoft.com/office/officeart/2005/8/layout/process2"/>
    <dgm:cxn modelId="{7F961BD5-A7DC-4D43-A71E-5F75883FE33B}" type="presParOf" srcId="{391E815B-68FA-F545-BAE2-306E7AA0001A}" destId="{CAC32789-09EC-A245-A532-45E24FC7762A}" srcOrd="0" destOrd="0" presId="urn:microsoft.com/office/officeart/2005/8/layout/process2"/>
    <dgm:cxn modelId="{D06AFA66-675E-644A-A7D9-C26ED576DB01}" type="presParOf" srcId="{4F0605F0-0F69-E44F-AF50-DAF9F32BC444}" destId="{B68CB9B1-4160-C84D-82B7-4B1BA94C1FBC}" srcOrd="2" destOrd="0" presId="urn:microsoft.com/office/officeart/2005/8/layout/process2"/>
    <dgm:cxn modelId="{C9C6D734-B8DC-8E41-8E07-2B0737679503}" type="presParOf" srcId="{4F0605F0-0F69-E44F-AF50-DAF9F32BC444}" destId="{FF195369-21E9-4E42-B758-95DBD48DF8DE}" srcOrd="3" destOrd="0" presId="urn:microsoft.com/office/officeart/2005/8/layout/process2"/>
    <dgm:cxn modelId="{99AD9EFE-F349-9E42-821E-FF7AE8B07B4F}" type="presParOf" srcId="{FF195369-21E9-4E42-B758-95DBD48DF8DE}" destId="{CB340E56-E3EC-D647-8D90-34BCE03CC7F4}" srcOrd="0" destOrd="0" presId="urn:microsoft.com/office/officeart/2005/8/layout/process2"/>
    <dgm:cxn modelId="{132C5A56-A995-F94A-B448-6455D2AA168D}" type="presParOf" srcId="{4F0605F0-0F69-E44F-AF50-DAF9F32BC444}" destId="{8131D6F9-0953-6E4C-AB81-6FE0D8E16DB4}" srcOrd="4" destOrd="0" presId="urn:microsoft.com/office/officeart/2005/8/layout/process2"/>
    <dgm:cxn modelId="{28AE5A97-C492-3347-9C24-9079B248E1B0}" type="presParOf" srcId="{4F0605F0-0F69-E44F-AF50-DAF9F32BC444}" destId="{0E80D795-B662-C54C-A4D0-2FE1A453EE4B}" srcOrd="5" destOrd="0" presId="urn:microsoft.com/office/officeart/2005/8/layout/process2"/>
    <dgm:cxn modelId="{04CA7526-CA7A-5541-86E6-5BDA5885053B}" type="presParOf" srcId="{0E80D795-B662-C54C-A4D0-2FE1A453EE4B}" destId="{4F9F6947-FA07-8F46-A1A9-646A4B0A4FB9}" srcOrd="0" destOrd="0" presId="urn:microsoft.com/office/officeart/2005/8/layout/process2"/>
    <dgm:cxn modelId="{8C6523EE-1822-AE4F-A6A5-DBC0098DA998}" type="presParOf" srcId="{4F0605F0-0F69-E44F-AF50-DAF9F32BC444}" destId="{6EFCD582-3274-E245-9969-1227E9BEA53B}" srcOrd="6" destOrd="0" presId="urn:microsoft.com/office/officeart/2005/8/layout/process2"/>
    <dgm:cxn modelId="{F7AA48F5-4C0C-0B48-AB61-C8AE0189A52C}" type="presParOf" srcId="{4F0605F0-0F69-E44F-AF50-DAF9F32BC444}" destId="{3470ADF5-941A-2043-86A0-3F5975086629}" srcOrd="7" destOrd="0" presId="urn:microsoft.com/office/officeart/2005/8/layout/process2"/>
    <dgm:cxn modelId="{1900A5BD-009D-804A-855F-A9D0EACF5353}" type="presParOf" srcId="{3470ADF5-941A-2043-86A0-3F5975086629}" destId="{8BFEEDA9-55A4-F940-A840-12AB9A6E0155}" srcOrd="0" destOrd="0" presId="urn:microsoft.com/office/officeart/2005/8/layout/process2"/>
    <dgm:cxn modelId="{F9FFF9FA-FBB4-F440-BC15-2E68DF63B187}" type="presParOf" srcId="{4F0605F0-0F69-E44F-AF50-DAF9F32BC444}" destId="{818F0626-FD01-9042-AFE0-4BA6D1E90C11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F828E-EDDB-B746-B34A-C86B08B41593}">
      <dsp:nvSpPr>
        <dsp:cNvPr id="0" name=""/>
        <dsp:cNvSpPr/>
      </dsp:nvSpPr>
      <dsp:spPr>
        <a:xfrm>
          <a:off x="2143762" y="661"/>
          <a:ext cx="3840475" cy="773906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INBOX (Capture)</a:t>
          </a:r>
        </a:p>
      </dsp:txBody>
      <dsp:txXfrm>
        <a:off x="2166429" y="23328"/>
        <a:ext cx="3795141" cy="728572"/>
      </dsp:txXfrm>
    </dsp:sp>
    <dsp:sp modelId="{391E815B-68FA-F545-BAE2-306E7AA0001A}">
      <dsp:nvSpPr>
        <dsp:cNvPr id="0" name=""/>
        <dsp:cNvSpPr/>
      </dsp:nvSpPr>
      <dsp:spPr>
        <a:xfrm rot="5400000">
          <a:off x="3918892" y="793915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3959522" y="822936"/>
        <a:ext cx="208955" cy="203150"/>
      </dsp:txXfrm>
    </dsp:sp>
    <dsp:sp modelId="{B68CB9B1-4160-C84D-82B7-4B1BA94C1FBC}">
      <dsp:nvSpPr>
        <dsp:cNvPr id="0" name=""/>
        <dsp:cNvSpPr/>
      </dsp:nvSpPr>
      <dsp:spPr>
        <a:xfrm>
          <a:off x="2143762" y="1161520"/>
          <a:ext cx="3840475" cy="773906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NOTES (Thinking Layer)</a:t>
          </a:r>
        </a:p>
      </dsp:txBody>
      <dsp:txXfrm>
        <a:off x="2166429" y="1184187"/>
        <a:ext cx="3795141" cy="728572"/>
      </dsp:txXfrm>
    </dsp:sp>
    <dsp:sp modelId="{FF195369-21E9-4E42-B758-95DBD48DF8DE}">
      <dsp:nvSpPr>
        <dsp:cNvPr id="0" name=""/>
        <dsp:cNvSpPr/>
      </dsp:nvSpPr>
      <dsp:spPr>
        <a:xfrm rot="5400000">
          <a:off x="3918892" y="195477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3959522" y="1983795"/>
        <a:ext cx="208955" cy="203150"/>
      </dsp:txXfrm>
    </dsp:sp>
    <dsp:sp modelId="{8131D6F9-0953-6E4C-AB81-6FE0D8E16DB4}">
      <dsp:nvSpPr>
        <dsp:cNvPr id="0" name=""/>
        <dsp:cNvSpPr/>
      </dsp:nvSpPr>
      <dsp:spPr>
        <a:xfrm>
          <a:off x="2143762" y="2322380"/>
          <a:ext cx="3840475" cy="773906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REMINDERS (Execution Layer)</a:t>
          </a:r>
        </a:p>
      </dsp:txBody>
      <dsp:txXfrm>
        <a:off x="2166429" y="2345047"/>
        <a:ext cx="3795141" cy="728572"/>
      </dsp:txXfrm>
    </dsp:sp>
    <dsp:sp modelId="{0E80D795-B662-C54C-A4D0-2FE1A453EE4B}">
      <dsp:nvSpPr>
        <dsp:cNvPr id="0" name=""/>
        <dsp:cNvSpPr/>
      </dsp:nvSpPr>
      <dsp:spPr>
        <a:xfrm rot="5400000">
          <a:off x="3918892" y="311563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3959522" y="3144655"/>
        <a:ext cx="208955" cy="203150"/>
      </dsp:txXfrm>
    </dsp:sp>
    <dsp:sp modelId="{6EFCD582-3274-E245-9969-1227E9BEA53B}">
      <dsp:nvSpPr>
        <dsp:cNvPr id="0" name=""/>
        <dsp:cNvSpPr/>
      </dsp:nvSpPr>
      <dsp:spPr>
        <a:xfrm>
          <a:off x="2143762" y="3483239"/>
          <a:ext cx="3840475" cy="773906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CALENDAR (Time Layer)</a:t>
          </a:r>
        </a:p>
      </dsp:txBody>
      <dsp:txXfrm>
        <a:off x="2166429" y="3505906"/>
        <a:ext cx="3795141" cy="728572"/>
      </dsp:txXfrm>
    </dsp:sp>
    <dsp:sp modelId="{3470ADF5-941A-2043-86A0-3F5975086629}">
      <dsp:nvSpPr>
        <dsp:cNvPr id="0" name=""/>
        <dsp:cNvSpPr/>
      </dsp:nvSpPr>
      <dsp:spPr>
        <a:xfrm rot="5400000">
          <a:off x="3918892" y="4276493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3959522" y="4305514"/>
        <a:ext cx="208955" cy="203150"/>
      </dsp:txXfrm>
    </dsp:sp>
    <dsp:sp modelId="{818F0626-FD01-9042-AFE0-4BA6D1E90C11}">
      <dsp:nvSpPr>
        <dsp:cNvPr id="0" name=""/>
        <dsp:cNvSpPr/>
      </dsp:nvSpPr>
      <dsp:spPr>
        <a:xfrm>
          <a:off x="2143762" y="4644099"/>
          <a:ext cx="3840475" cy="773906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LIBRARY (Compounding Layer)</a:t>
          </a:r>
        </a:p>
      </dsp:txBody>
      <dsp:txXfrm>
        <a:off x="2166429" y="4666766"/>
        <a:ext cx="3795141" cy="728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5D8A-73DA-F46F-397A-365CF5DCA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B193B-8C69-B54D-DCB6-7FB03CB70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09A6B-077B-5E69-9D55-C81EE9A2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988A-7C6B-D2D5-33B0-B06CF9B4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97CA-8110-4881-B5D5-80A6769B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0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148E-C1C4-A882-9B9A-8501EE4E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6933E-27DA-C25C-F8FB-255A1D701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7A0AD-11EC-E850-5897-EFF73792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7988E-B0E7-9095-E277-9C634396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25241-6DA6-28BE-2092-E5CEE143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9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B19C-F555-1C49-FF59-8260CF68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464BE-C092-44FD-B094-894D6E70D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82390-269E-5AEA-BEF9-628011B0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0148B-C2A2-0E05-7797-6A397417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EEFDC-1B76-1DCE-4A6A-7BC6638FC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46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EDD7-60E6-7B4E-AD3A-F8D4D20B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ED259-0FC7-0CFF-2DCD-8EB8B9BA3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5D789-A30F-BE34-69C6-F132D113E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1FFC8-5E5D-2C09-B7B4-253EC3E43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D3E8C-8240-C268-A44C-931FBC59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2E996-6BFF-B144-9691-F1A37B04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9798-A32C-8407-AB48-E6EE2BD8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F19AD-CA68-E9B1-0F34-5A5E578BE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69FF2-10B9-BB44-C071-F24FFCE2C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3F6146-8046-DDB7-5807-4E4FD2672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1D8FE-3435-FE45-6129-79E75223E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AD17F8-065C-5477-2FE3-DD00CAE4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AFF29-7828-67F5-B071-EA2BBA14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4C2213-F2C0-0702-7A4D-5ED4B2A2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9598-2031-84E4-B8B7-FAA8D378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D30DC-A244-6A60-1CD5-FF6C0E55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2539E-DD66-99E6-2002-CC041CAD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AF98C-1F80-CFF5-6397-6B5C1CCBB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58265-443A-9DD0-40CE-74FA2903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8E6E4-0BB2-50F2-31EA-3D13C95AF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DB640-8AF5-E811-1924-5A9459A1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5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1E5DF-274E-C25F-FCA4-46643926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BDFD-60C2-F80A-A165-82EDDF969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0ACA3-D3AA-EB94-1BE1-57606A236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8EEAE-8364-BFF0-041A-95098EB3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B2C7E-6C1F-46F2-8617-224FF579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A94E5-9E25-A749-4805-7B7A21B8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9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2B2A-CEBF-03A6-5D9D-D724630F2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0618DD-6856-6D67-D8E6-F73AAE923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A14A4-64DD-C7F6-AEC1-BF0ACCB5B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77F3A-7023-F360-9E7D-B64B78B6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69ACD-A366-C30B-E1C4-454D3452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266B9-DA66-8BC9-AFBB-061221F5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0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3FEDB-785D-8097-AAD2-EC01B0F4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3BD36-3BEA-C06E-66E4-AB1BCFE02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0E0AD-BB99-B379-54F3-5A834781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86226-8DC4-ECF1-F5FE-DC20AD03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F5093-537C-2450-0417-BED3D83C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6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F65BF7-589C-D620-8823-02CFAD744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3DB0E-720A-380B-CF5D-6F8F6ABDF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2D0E0-2B0C-6EF7-AEE9-43867EA0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BA70F-6A2A-9CF2-FED3-8B9E764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5EDEE-D7F4-26DE-A467-A4F44E12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3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C53C5-68F3-A927-BF51-82D119EA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9AE85-FAC0-03A9-927F-57A37D58E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57F50-7D11-3C10-55AD-2669C3A30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D9FDA-3FED-2840-BBAB-B98639C90703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D32C0-2E44-9510-F8FF-A336E4CFE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230BC-E21F-15F5-DEDD-40CA63E92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00B95-3617-1840-8B2C-3ADA7828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9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9A1F934-8EDF-80F0-FA0A-10F52585E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3109636"/>
              </p:ext>
            </p:extLst>
          </p:nvPr>
        </p:nvGraphicFramePr>
        <p:xfrm>
          <a:off x="-723557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D09751-E46C-C03E-A0B5-448D1C0C7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083847"/>
              </p:ext>
            </p:extLst>
          </p:nvPr>
        </p:nvGraphicFramePr>
        <p:xfrm>
          <a:off x="6203091" y="1522856"/>
          <a:ext cx="2931297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297">
                  <a:extLst>
                    <a:ext uri="{9D8B030D-6E8A-4147-A177-3AD203B41FA5}">
                      <a16:colId xmlns:a16="http://schemas.microsoft.com/office/drawing/2014/main" val="1094626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Shortcut Rail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9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Quick Capture</a:t>
                      </a:r>
                    </a:p>
                    <a:p>
                      <a:pPr algn="ctr"/>
                      <a:r>
                        <a:rPr lang="en-US" dirty="0"/>
                        <a:t> (to Inbox)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704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Convert Note → Task </a:t>
                      </a:r>
                    </a:p>
                    <a:p>
                      <a:pPr algn="ctr"/>
                      <a:r>
                        <a:rPr lang="en-US" dirty="0"/>
                        <a:t>(Notes → Reminders)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78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Schedule Task Block</a:t>
                      </a:r>
                      <a:br>
                        <a:rPr lang="en-US" dirty="0"/>
                      </a:br>
                      <a:r>
                        <a:rPr lang="en-US" dirty="0"/>
                        <a:t>(Reminders → Calendar)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49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Daily Reset</a:t>
                      </a:r>
                    </a:p>
                    <a:p>
                      <a:pPr algn="ctr"/>
                      <a:r>
                        <a:rPr lang="en-US" dirty="0"/>
                        <a:t> (Governance trigger)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358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04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58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1</cp:revision>
  <dcterms:created xsi:type="dcterms:W3CDTF">2026-02-20T23:29:29Z</dcterms:created>
  <dcterms:modified xsi:type="dcterms:W3CDTF">2026-02-20T23:49:26Z</dcterms:modified>
</cp:coreProperties>
</file>