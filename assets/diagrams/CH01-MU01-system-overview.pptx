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/>
    <p:restoredTop sz="94198"/>
  </p:normalViewPr>
  <p:slideViewPr>
    <p:cSldViewPr snapToGrid="0">
      <p:cViewPr varScale="1">
        <p:scale>
          <a:sx n="105" d="100"/>
          <a:sy n="105" d="100"/>
        </p:scale>
        <p:origin x="208" y="13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D06B0-890C-45B0-9427-88163B680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106ECD-931B-5F44-A46E-F1BE180C4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86355-4859-0EC6-FFE2-C9E9D2D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F30AC-32AF-2339-FBAA-DACF5AB0A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0F3C4-F4A2-A1F8-E728-38F919563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0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A4CDD-EE90-9B9A-2D73-E6CDCC51C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4C3CE-BB14-B113-7311-C10AA8FC2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41716-5180-2D9B-4321-DE86B4973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75F46-562E-F4B5-D94F-AEAA72509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03110-D47E-E4C0-1F3A-D7FA1E28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977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0849E-5935-C2C9-1ABC-55DD9DD38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93A13-B7E7-1AF0-2D37-8FB90535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C9D1C-E1F3-6581-C1F2-17A5DE20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99C4D-6F9E-7C44-1727-8996F8684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109A8-BCBA-1588-A9FD-D3B7EF776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973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861D7-493D-4B6E-2F26-F184502B9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35F3A-BD17-609F-691D-9D9E897B18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4C7DE-3440-61D7-4460-A0AB72C19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47BDC-D00D-F934-7246-58B8A79D9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6DBDF-9774-AC58-C664-87D55798B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A6C27-D279-583C-3752-F4DC7F7B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16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08CC6-2360-E49D-7DB5-1F2D1F16E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18377-A47C-DCB5-CB75-16655AD8F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405B2-DB47-8A4F-F99D-F5E379359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7B663-AEBA-A919-8C52-FD84F38286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9095B5-FB68-38F1-7ACB-59C068D377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E31504-7102-7E22-A325-EE51BFBB3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1AF1FE-864A-434D-C070-15931EF2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32496-A138-88FF-0AC5-6F4CE4F21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2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EFBCC-D214-DB0F-D029-0A80A5F38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F3FB2-6F3A-994A-F588-03417D24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C655D1-ED6E-DFD7-E3B0-A3F2F3AA5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FDC435-35EC-F84D-C430-874D0EE2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86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B0A9A4-1FA3-0E1C-6D4C-BEEDBDA10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60B5E9-1CCE-8293-0732-5876DC819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18749-1E95-5B81-D319-EDBB8B3A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28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3B14B-9028-B8F0-090F-3D5F465E1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64674-FBB2-299F-C579-3FA23E20F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347DC2-31D0-658F-DCC4-B155FCD6D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0F42C-CEF0-CCBC-8197-997E3FF1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02AB7-9111-FD06-B1C0-007B47E1E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DA24F-EDD2-9B0E-6572-6D54A7C87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7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4DA7A-300E-0851-1333-A86832F53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9B7F1F-430E-68E6-981E-FD732D2BA2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1BD64-FA89-BB73-7A86-C2CD54A25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0AD23-F9CF-3393-8139-02475B3C7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BD302-59FA-D070-BA17-66232A8E7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05766-4812-17F2-ED84-3B40E54B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910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671B6-1944-449C-2BE7-8046E248B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D1414B-1A5E-9D4E-64D0-EB6127511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C198E-B28C-7AE6-23F7-7DEDA22B9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8B91B-5C96-7BEF-27C4-43C2FEE5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245B9-F3B3-E464-7DB1-24FC38C2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6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AF6BF3-99B3-E4F6-937D-DC5BD561D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919A8D-2D01-1B91-8037-67BBB99E7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A4C0C-772E-B786-378F-48F0554A7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B74FB-82AD-D404-C388-07A14C07C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4EED3-67FC-C965-D65E-B83BC1AF2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814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25979-2741-056B-5654-ABFC5F9D9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31FF9-1242-AE3D-7466-1009E3ABC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79D64-53E8-7218-FC97-3D28DFAA54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4D4CD-67CD-4DE2-008C-E058A738B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88CBD-2B18-1097-BACB-0415BDA10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F61716B-FE79-E1DB-5392-BAB9DB4AC601}"/>
              </a:ext>
            </a:extLst>
          </p:cNvPr>
          <p:cNvSpPr/>
          <p:nvPr/>
        </p:nvSpPr>
        <p:spPr>
          <a:xfrm>
            <a:off x="5161011" y="873813"/>
            <a:ext cx="1869977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Capture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903F6B4-36D7-BB72-6A85-9D95FCF646F4}"/>
              </a:ext>
            </a:extLst>
          </p:cNvPr>
          <p:cNvCxnSpPr>
            <a:cxnSpLocks/>
          </p:cNvCxnSpPr>
          <p:nvPr/>
        </p:nvCxnSpPr>
        <p:spPr>
          <a:xfrm flipH="1">
            <a:off x="6095974" y="1635778"/>
            <a:ext cx="4520" cy="45720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71FBE22-4FCF-3D8E-96CB-08FE336916F4}"/>
              </a:ext>
            </a:extLst>
          </p:cNvPr>
          <p:cNvCxnSpPr>
            <a:cxnSpLocks/>
          </p:cNvCxnSpPr>
          <p:nvPr/>
        </p:nvCxnSpPr>
        <p:spPr>
          <a:xfrm>
            <a:off x="6020594" y="5035086"/>
            <a:ext cx="0" cy="196850"/>
          </a:xfrm>
          <a:prstGeom prst="straightConnector1">
            <a:avLst/>
          </a:prstGeom>
          <a:ln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A13A3C4-6301-FA34-3C65-A38624C5133F}"/>
              </a:ext>
            </a:extLst>
          </p:cNvPr>
          <p:cNvSpPr/>
          <p:nvPr/>
        </p:nvSpPr>
        <p:spPr>
          <a:xfrm>
            <a:off x="1463540" y="1021415"/>
            <a:ext cx="1569008" cy="505106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Ideas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9D111F1-CB52-6129-66D3-8055FCAB2329}"/>
              </a:ext>
            </a:extLst>
          </p:cNvPr>
          <p:cNvSpPr/>
          <p:nvPr/>
        </p:nvSpPr>
        <p:spPr>
          <a:xfrm>
            <a:off x="1463539" y="1635773"/>
            <a:ext cx="1569009" cy="505106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Tasks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272BDAA-0C84-46B5-9DFA-0D6EE566D441}"/>
              </a:ext>
            </a:extLst>
          </p:cNvPr>
          <p:cNvSpPr/>
          <p:nvPr/>
        </p:nvSpPr>
        <p:spPr>
          <a:xfrm>
            <a:off x="1463539" y="2284345"/>
            <a:ext cx="1569019" cy="505106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Information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D723307-3EBE-73C8-4B4F-2027C9D06D23}"/>
              </a:ext>
            </a:extLst>
          </p:cNvPr>
          <p:cNvSpPr/>
          <p:nvPr/>
        </p:nvSpPr>
        <p:spPr>
          <a:xfrm>
            <a:off x="1463539" y="2938541"/>
            <a:ext cx="1569031" cy="505106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Commitments</a:t>
            </a:r>
          </a:p>
        </p:txBody>
      </p: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C1BEFD78-89D0-E412-18E1-FECF12E529C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843160" y="1420973"/>
            <a:ext cx="694193" cy="292266"/>
          </a:xfrm>
          <a:prstGeom prst="bentConnector3">
            <a:avLst>
              <a:gd name="adj1" fmla="val 3314"/>
            </a:avLst>
          </a:prstGeom>
          <a:ln w="38100">
            <a:solidFill>
              <a:srgbClr val="333333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D8BACED9-8268-DF40-EB1A-A3C3BC0B2C9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80940" y="2019108"/>
            <a:ext cx="807057" cy="303841"/>
          </a:xfrm>
          <a:prstGeom prst="bentConnector3">
            <a:avLst>
              <a:gd name="adj1" fmla="val 1238"/>
            </a:avLst>
          </a:prstGeom>
          <a:ln w="38100">
            <a:solidFill>
              <a:schemeClr val="accent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A8D98FD0-C54F-25CF-58F5-F0D4EBA9A6D4}"/>
              </a:ext>
            </a:extLst>
          </p:cNvPr>
          <p:cNvCxnSpPr>
            <a:cxnSpLocks/>
          </p:cNvCxnSpPr>
          <p:nvPr/>
        </p:nvCxnSpPr>
        <p:spPr>
          <a:xfrm flipV="1">
            <a:off x="3044145" y="2502342"/>
            <a:ext cx="292244" cy="688752"/>
          </a:xfrm>
          <a:prstGeom prst="bentConnector2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2114CB0-3977-2EC9-48F5-59E4C63FC1EE}"/>
              </a:ext>
            </a:extLst>
          </p:cNvPr>
          <p:cNvCxnSpPr>
            <a:cxnSpLocks/>
          </p:cNvCxnSpPr>
          <p:nvPr/>
        </p:nvCxnSpPr>
        <p:spPr>
          <a:xfrm flipV="1">
            <a:off x="3044123" y="1211270"/>
            <a:ext cx="2037167" cy="8739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10769148-17AF-3D86-33CB-70511C95A094}"/>
              </a:ext>
            </a:extLst>
          </p:cNvPr>
          <p:cNvSpPr/>
          <p:nvPr/>
        </p:nvSpPr>
        <p:spPr>
          <a:xfrm>
            <a:off x="8375552" y="4612179"/>
            <a:ext cx="1869967" cy="347243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Completed Work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ED331310-A334-5C47-CA4B-E327C17E9402}"/>
              </a:ext>
            </a:extLst>
          </p:cNvPr>
          <p:cNvSpPr/>
          <p:nvPr/>
        </p:nvSpPr>
        <p:spPr>
          <a:xfrm>
            <a:off x="8375553" y="5851965"/>
            <a:ext cx="1869966" cy="347243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Decisions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8CF470B4-BA94-4B78-2707-23E6B0AD2118}"/>
              </a:ext>
            </a:extLst>
          </p:cNvPr>
          <p:cNvSpPr/>
          <p:nvPr/>
        </p:nvSpPr>
        <p:spPr>
          <a:xfrm>
            <a:off x="8375562" y="5060495"/>
            <a:ext cx="1869957" cy="347243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Projects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045A2673-514A-D98C-5F75-055480535454}"/>
              </a:ext>
            </a:extLst>
          </p:cNvPr>
          <p:cNvSpPr/>
          <p:nvPr/>
        </p:nvSpPr>
        <p:spPr>
          <a:xfrm>
            <a:off x="8375566" y="6368739"/>
            <a:ext cx="1869953" cy="347243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Knowledge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54D30CE-0830-FE21-CFB2-D32A20C68939}"/>
              </a:ext>
            </a:extLst>
          </p:cNvPr>
          <p:cNvCxnSpPr>
            <a:cxnSpLocks/>
          </p:cNvCxnSpPr>
          <p:nvPr/>
        </p:nvCxnSpPr>
        <p:spPr>
          <a:xfrm>
            <a:off x="7125486" y="4841374"/>
            <a:ext cx="1157468" cy="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44DB4C28-4D20-469C-9DD5-45B55E501B27}"/>
              </a:ext>
            </a:extLst>
          </p:cNvPr>
          <p:cNvSpPr/>
          <p:nvPr/>
        </p:nvSpPr>
        <p:spPr>
          <a:xfrm>
            <a:off x="5161011" y="2148252"/>
            <a:ext cx="1869977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Processing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655EA7A9-FF56-4C7A-691E-04763E96315F}"/>
              </a:ext>
            </a:extLst>
          </p:cNvPr>
          <p:cNvSpPr/>
          <p:nvPr/>
        </p:nvSpPr>
        <p:spPr>
          <a:xfrm>
            <a:off x="5162935" y="3464308"/>
            <a:ext cx="1869977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Organization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E4717607-D84E-186E-3104-5743BDC8093F}"/>
              </a:ext>
            </a:extLst>
          </p:cNvPr>
          <p:cNvSpPr/>
          <p:nvPr/>
        </p:nvSpPr>
        <p:spPr>
          <a:xfrm>
            <a:off x="5161011" y="4693512"/>
            <a:ext cx="1869977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Execution</a:t>
            </a: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6DF721DD-4B42-7D42-483B-4B342EB7CBC4}"/>
              </a:ext>
            </a:extLst>
          </p:cNvPr>
          <p:cNvSpPr/>
          <p:nvPr/>
        </p:nvSpPr>
        <p:spPr>
          <a:xfrm>
            <a:off x="5160986" y="6001522"/>
            <a:ext cx="1869977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Review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5F5BDB8-FED9-3E1B-3DD3-6677EFE05591}"/>
              </a:ext>
            </a:extLst>
          </p:cNvPr>
          <p:cNvCxnSpPr>
            <a:cxnSpLocks/>
          </p:cNvCxnSpPr>
          <p:nvPr/>
        </p:nvCxnSpPr>
        <p:spPr>
          <a:xfrm flipH="1">
            <a:off x="6091454" y="5491058"/>
            <a:ext cx="4520" cy="45720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A05269A1-FB0F-40BF-5A99-259C2F8CB775}"/>
              </a:ext>
            </a:extLst>
          </p:cNvPr>
          <p:cNvCxnSpPr>
            <a:cxnSpLocks/>
          </p:cNvCxnSpPr>
          <p:nvPr/>
        </p:nvCxnSpPr>
        <p:spPr>
          <a:xfrm flipH="1">
            <a:off x="6096000" y="4217810"/>
            <a:ext cx="4520" cy="45720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831DFFA8-0592-B858-F72D-62B3829BD847}"/>
              </a:ext>
            </a:extLst>
          </p:cNvPr>
          <p:cNvCxnSpPr>
            <a:cxnSpLocks/>
          </p:cNvCxnSpPr>
          <p:nvPr/>
        </p:nvCxnSpPr>
        <p:spPr>
          <a:xfrm flipH="1">
            <a:off x="6096000" y="2908978"/>
            <a:ext cx="4520" cy="45720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ECDCD54C-7A5F-840A-1DD0-02F39A6EB3D8}"/>
              </a:ext>
            </a:extLst>
          </p:cNvPr>
          <p:cNvCxnSpPr>
            <a:cxnSpLocks/>
          </p:cNvCxnSpPr>
          <p:nvPr/>
        </p:nvCxnSpPr>
        <p:spPr>
          <a:xfrm>
            <a:off x="7125486" y="5231936"/>
            <a:ext cx="1157468" cy="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1C6FAE55-28D6-2ABF-5D8A-19AD2515D43F}"/>
              </a:ext>
            </a:extLst>
          </p:cNvPr>
          <p:cNvCxnSpPr>
            <a:cxnSpLocks/>
          </p:cNvCxnSpPr>
          <p:nvPr/>
        </p:nvCxnSpPr>
        <p:spPr>
          <a:xfrm>
            <a:off x="7125486" y="6157492"/>
            <a:ext cx="1157468" cy="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75749E35-0B2C-073B-3CA3-9D9278B16DF1}"/>
              </a:ext>
            </a:extLst>
          </p:cNvPr>
          <p:cNvCxnSpPr>
            <a:cxnSpLocks/>
          </p:cNvCxnSpPr>
          <p:nvPr/>
        </p:nvCxnSpPr>
        <p:spPr>
          <a:xfrm>
            <a:off x="7125486" y="6541387"/>
            <a:ext cx="1157468" cy="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C25C0CBC-61D1-6261-AF9C-93BD73563642}"/>
              </a:ext>
            </a:extLst>
          </p:cNvPr>
          <p:cNvSpPr txBox="1"/>
          <p:nvPr/>
        </p:nvSpPr>
        <p:spPr>
          <a:xfrm>
            <a:off x="1469966" y="309966"/>
            <a:ext cx="1574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INPUTS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8048674-8CAF-1A15-3C8A-4D84C06AC70F}"/>
              </a:ext>
            </a:extLst>
          </p:cNvPr>
          <p:cNvSpPr txBox="1"/>
          <p:nvPr/>
        </p:nvSpPr>
        <p:spPr>
          <a:xfrm>
            <a:off x="5304375" y="323501"/>
            <a:ext cx="1574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SYSTEM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72790ED-6E72-5228-9EA7-CCC1F19D601F}"/>
              </a:ext>
            </a:extLst>
          </p:cNvPr>
          <p:cNvSpPr txBox="1"/>
          <p:nvPr/>
        </p:nvSpPr>
        <p:spPr>
          <a:xfrm>
            <a:off x="8523456" y="330036"/>
            <a:ext cx="1574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OUTPUTS</a:t>
            </a:r>
          </a:p>
        </p:txBody>
      </p:sp>
    </p:spTree>
    <p:extLst>
      <p:ext uri="{BB962C8B-B14F-4D97-AF65-F5344CB8AC3E}">
        <p14:creationId xmlns:p14="http://schemas.microsoft.com/office/powerpoint/2010/main" val="3083317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RON Book diagrams.potx" id="{37FD14E0-0572-204A-927D-676B66A652AA}" vid="{D3FAF821-5914-AA46-9927-8A21FF1FD595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</TotalTime>
  <Words>17</Words>
  <Application>Microsoft Macintosh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Zauderer</dc:creator>
  <cp:lastModifiedBy>Joshua Zauderer</cp:lastModifiedBy>
  <cp:revision>7</cp:revision>
  <dcterms:created xsi:type="dcterms:W3CDTF">2026-03-10T04:39:07Z</dcterms:created>
  <dcterms:modified xsi:type="dcterms:W3CDTF">2026-03-11T21:24:19Z</dcterms:modified>
</cp:coreProperties>
</file>