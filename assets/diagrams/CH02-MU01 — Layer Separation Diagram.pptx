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01"/>
    <p:restoredTop sz="94247"/>
  </p:normalViewPr>
  <p:slideViewPr>
    <p:cSldViewPr snapToGrid="0">
      <p:cViewPr varScale="1">
        <p:scale>
          <a:sx n="81" d="100"/>
          <a:sy n="81" d="100"/>
        </p:scale>
        <p:origin x="1120" y="4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61716B-FE79-E1DB-5392-BAB9DB4AC601}"/>
              </a:ext>
            </a:extLst>
          </p:cNvPr>
          <p:cNvSpPr/>
          <p:nvPr/>
        </p:nvSpPr>
        <p:spPr>
          <a:xfrm>
            <a:off x="4735329" y="790543"/>
            <a:ext cx="2741043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Capture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1FBE22-4FCF-3D8E-96CB-08FE336916F4}"/>
              </a:ext>
            </a:extLst>
          </p:cNvPr>
          <p:cNvCxnSpPr>
            <a:cxnSpLocks/>
          </p:cNvCxnSpPr>
          <p:nvPr/>
        </p:nvCxnSpPr>
        <p:spPr>
          <a:xfrm>
            <a:off x="5594912" y="5049352"/>
            <a:ext cx="0" cy="196850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DB4C28-4D20-469C-9DD5-45B55E501B27}"/>
              </a:ext>
            </a:extLst>
          </p:cNvPr>
          <p:cNvSpPr/>
          <p:nvPr/>
        </p:nvSpPr>
        <p:spPr>
          <a:xfrm>
            <a:off x="4735329" y="2064982"/>
            <a:ext cx="2741043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Processing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55EA7A9-FF56-4C7A-691E-04763E96315F}"/>
              </a:ext>
            </a:extLst>
          </p:cNvPr>
          <p:cNvSpPr/>
          <p:nvPr/>
        </p:nvSpPr>
        <p:spPr>
          <a:xfrm>
            <a:off x="4737253" y="3381038"/>
            <a:ext cx="2739119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Organization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4717607-D84E-186E-3104-5743BDC8093F}"/>
              </a:ext>
            </a:extLst>
          </p:cNvPr>
          <p:cNvSpPr/>
          <p:nvPr/>
        </p:nvSpPr>
        <p:spPr>
          <a:xfrm>
            <a:off x="4735329" y="4707778"/>
            <a:ext cx="2739119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Execution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DF721DD-4B42-7D42-483B-4B342EB7CBC4}"/>
              </a:ext>
            </a:extLst>
          </p:cNvPr>
          <p:cNvSpPr/>
          <p:nvPr/>
        </p:nvSpPr>
        <p:spPr>
          <a:xfrm>
            <a:off x="4735304" y="5930444"/>
            <a:ext cx="2739119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08FE2E-70CB-B458-F53E-C056C8BBC757}"/>
              </a:ext>
            </a:extLst>
          </p:cNvPr>
          <p:cNvSpPr txBox="1"/>
          <p:nvPr/>
        </p:nvSpPr>
        <p:spPr>
          <a:xfrm>
            <a:off x="1943629" y="3534356"/>
            <a:ext cx="239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Functional Layers</a:t>
            </a:r>
          </a:p>
        </p:txBody>
      </p: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RON Book diagrams.potx" id="{37FD14E0-0572-204A-927D-676B66A652AA}" vid="{D3FAF821-5914-AA46-9927-8A21FF1FD59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7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6</cp:revision>
  <cp:lastPrinted>2026-03-11T19:15:58Z</cp:lastPrinted>
  <dcterms:created xsi:type="dcterms:W3CDTF">2026-03-10T04:39:07Z</dcterms:created>
  <dcterms:modified xsi:type="dcterms:W3CDTF">2026-03-11T19:22:34Z</dcterms:modified>
</cp:coreProperties>
</file>